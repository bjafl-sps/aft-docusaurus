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8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CD6B66-CE6C-40EF-868A-E91FFA523AF7}" v="5" dt="2026-05-08T10:59:37.3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14" y="23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jarte Lode" userId="S::bjarte@sanpro.no::aec39f21-7deb-44cb-ac2f-967f769f96aa" providerId="AD" clId="Web-{3B46C427-4A67-6BD6-6F74-D68D733C3969}"/>
    <pc:docChg chg="modSld">
      <pc:chgData name="Bjarte Lode" userId="S::bjarte@sanpro.no::aec39f21-7deb-44cb-ac2f-967f769f96aa" providerId="AD" clId="Web-{3B46C427-4A67-6BD6-6F74-D68D733C3969}" dt="2026-04-29T17:30:07.360" v="22" actId="20577"/>
      <pc:docMkLst>
        <pc:docMk/>
      </pc:docMkLst>
      <pc:sldChg chg="modSp">
        <pc:chgData name="Bjarte Lode" userId="S::bjarte@sanpro.no::aec39f21-7deb-44cb-ac2f-967f769f96aa" providerId="AD" clId="Web-{3B46C427-4A67-6BD6-6F74-D68D733C3969}" dt="2026-04-29T17:30:07.360" v="22" actId="20577"/>
        <pc:sldMkLst>
          <pc:docMk/>
          <pc:sldMk cId="0" sldId="256"/>
        </pc:sldMkLst>
        <pc:spChg chg="mod">
          <ac:chgData name="Bjarte Lode" userId="S::bjarte@sanpro.no::aec39f21-7deb-44cb-ac2f-967f769f96aa" providerId="AD" clId="Web-{3B46C427-4A67-6BD6-6F74-D68D733C3969}" dt="2026-04-29T17:30:07.360" v="22" actId="20577"/>
          <ac:spMkLst>
            <pc:docMk/>
            <pc:sldMk cId="0" sldId="256"/>
            <ac:spMk id="9" creationId="{00000000-0000-0000-0000-000000000000}"/>
          </ac:spMkLst>
        </pc:spChg>
        <pc:spChg chg="mod">
          <ac:chgData name="Bjarte Lode" userId="S::bjarte@sanpro.no::aec39f21-7deb-44cb-ac2f-967f769f96aa" providerId="AD" clId="Web-{3B46C427-4A67-6BD6-6F74-D68D733C3969}" dt="2026-04-29T17:26:20.967" v="5" actId="20577"/>
          <ac:spMkLst>
            <pc:docMk/>
            <pc:sldMk cId="0" sldId="256"/>
            <ac:spMk id="11" creationId="{00000000-0000-0000-0000-000000000000}"/>
          </ac:spMkLst>
        </pc:spChg>
      </pc:sldChg>
      <pc:sldChg chg="delSp modSp">
        <pc:chgData name="Bjarte Lode" userId="S::bjarte@sanpro.no::aec39f21-7deb-44cb-ac2f-967f769f96aa" providerId="AD" clId="Web-{3B46C427-4A67-6BD6-6F74-D68D733C3969}" dt="2026-04-29T17:25:52.588" v="4" actId="1076"/>
        <pc:sldMkLst>
          <pc:docMk/>
          <pc:sldMk cId="0" sldId="257"/>
        </pc:sldMkLst>
      </pc:sldChg>
      <pc:sldChg chg="modSp">
        <pc:chgData name="Bjarte Lode" userId="S::bjarte@sanpro.no::aec39f21-7deb-44cb-ac2f-967f769f96aa" providerId="AD" clId="Web-{3B46C427-4A67-6BD6-6F74-D68D733C3969}" dt="2026-04-29T17:26:54.998" v="9" actId="14100"/>
        <pc:sldMkLst>
          <pc:docMk/>
          <pc:sldMk cId="0" sldId="259"/>
        </pc:sldMkLst>
        <pc:spChg chg="mod">
          <ac:chgData name="Bjarte Lode" userId="S::bjarte@sanpro.no::aec39f21-7deb-44cb-ac2f-967f769f96aa" providerId="AD" clId="Web-{3B46C427-4A67-6BD6-6F74-D68D733C3969}" dt="2026-04-29T17:26:52.420" v="8" actId="14100"/>
          <ac:spMkLst>
            <pc:docMk/>
            <pc:sldMk cId="0" sldId="259"/>
            <ac:spMk id="11" creationId="{00000000-0000-0000-0000-000000000000}"/>
          </ac:spMkLst>
        </pc:spChg>
        <pc:spChg chg="mod">
          <ac:chgData name="Bjarte Lode" userId="S::bjarte@sanpro.no::aec39f21-7deb-44cb-ac2f-967f769f96aa" providerId="AD" clId="Web-{3B46C427-4A67-6BD6-6F74-D68D733C3969}" dt="2026-04-29T17:26:49.560" v="7" actId="14100"/>
          <ac:spMkLst>
            <pc:docMk/>
            <pc:sldMk cId="0" sldId="259"/>
            <ac:spMk id="13" creationId="{00000000-0000-0000-0000-000000000000}"/>
          </ac:spMkLst>
        </pc:spChg>
        <pc:spChg chg="mod">
          <ac:chgData name="Bjarte Lode" userId="S::bjarte@sanpro.no::aec39f21-7deb-44cb-ac2f-967f769f96aa" providerId="AD" clId="Web-{3B46C427-4A67-6BD6-6F74-D68D733C3969}" dt="2026-04-29T17:26:54.998" v="9" actId="14100"/>
          <ac:spMkLst>
            <pc:docMk/>
            <pc:sldMk cId="0" sldId="259"/>
            <ac:spMk id="15" creationId="{00000000-0000-0000-0000-000000000000}"/>
          </ac:spMkLst>
        </pc:spChg>
      </pc:sldChg>
      <pc:sldChg chg="modSp">
        <pc:chgData name="Bjarte Lode" userId="S::bjarte@sanpro.no::aec39f21-7deb-44cb-ac2f-967f769f96aa" providerId="AD" clId="Web-{3B46C427-4A67-6BD6-6F74-D68D733C3969}" dt="2026-04-29T17:27:37.811" v="11" actId="14100"/>
        <pc:sldMkLst>
          <pc:docMk/>
          <pc:sldMk cId="0" sldId="261"/>
        </pc:sldMkLst>
        <pc:spChg chg="mod">
          <ac:chgData name="Bjarte Lode" userId="S::bjarte@sanpro.no::aec39f21-7deb-44cb-ac2f-967f769f96aa" providerId="AD" clId="Web-{3B46C427-4A67-6BD6-6F74-D68D733C3969}" dt="2026-04-29T17:27:25.889" v="10" actId="14100"/>
          <ac:spMkLst>
            <pc:docMk/>
            <pc:sldMk cId="0" sldId="261"/>
            <ac:spMk id="7" creationId="{00000000-0000-0000-0000-000000000000}"/>
          </ac:spMkLst>
        </pc:spChg>
        <pc:spChg chg="mod">
          <ac:chgData name="Bjarte Lode" userId="S::bjarte@sanpro.no::aec39f21-7deb-44cb-ac2f-967f769f96aa" providerId="AD" clId="Web-{3B46C427-4A67-6BD6-6F74-D68D733C3969}" dt="2026-04-29T17:27:37.811" v="11" actId="14100"/>
          <ac:spMkLst>
            <pc:docMk/>
            <pc:sldMk cId="0" sldId="261"/>
            <ac:spMk id="11" creationId="{00000000-0000-0000-0000-000000000000}"/>
          </ac:spMkLst>
        </pc:spChg>
      </pc:sldChg>
      <pc:sldChg chg="delSp modSp">
        <pc:chgData name="Bjarte Lode" userId="S::bjarte@sanpro.no::aec39f21-7deb-44cb-ac2f-967f769f96aa" providerId="AD" clId="Web-{3B46C427-4A67-6BD6-6F74-D68D733C3969}" dt="2026-04-29T17:29:17.702" v="19" actId="1076"/>
        <pc:sldMkLst>
          <pc:docMk/>
          <pc:sldMk cId="0" sldId="262"/>
        </pc:sldMkLst>
        <pc:spChg chg="mod">
          <ac:chgData name="Bjarte Lode" userId="S::bjarte@sanpro.no::aec39f21-7deb-44cb-ac2f-967f769f96aa" providerId="AD" clId="Web-{3B46C427-4A67-6BD6-6F74-D68D733C3969}" dt="2026-04-29T17:28:07.029" v="14" actId="20577"/>
          <ac:spMkLst>
            <pc:docMk/>
            <pc:sldMk cId="0" sldId="262"/>
            <ac:spMk id="7" creationId="{00000000-0000-0000-0000-000000000000}"/>
          </ac:spMkLst>
        </pc:spChg>
        <pc:spChg chg="mod">
          <ac:chgData name="Bjarte Lode" userId="S::bjarte@sanpro.no::aec39f21-7deb-44cb-ac2f-967f769f96aa" providerId="AD" clId="Web-{3B46C427-4A67-6BD6-6F74-D68D733C3969}" dt="2026-04-29T17:29:17.702" v="19" actId="1076"/>
          <ac:spMkLst>
            <pc:docMk/>
            <pc:sldMk cId="0" sldId="262"/>
            <ac:spMk id="9" creationId="{00000000-0000-0000-0000-000000000000}"/>
          </ac:spMkLst>
        </pc:spChg>
      </pc:sldChg>
    </pc:docChg>
  </pc:docChgLst>
  <pc:docChgLst>
    <pc:chgData clId="Web-{82609CF7-AE5A-CB1A-9B40-6B78450D1840}"/>
    <pc:docChg chg="modSld">
      <pc:chgData name="" userId="" providerId="" clId="Web-{82609CF7-AE5A-CB1A-9B40-6B78450D1840}" dt="2026-05-06T16:22:52.223" v="1" actId="20577"/>
      <pc:docMkLst>
        <pc:docMk/>
      </pc:docMkLst>
      <pc:sldChg chg="modSp">
        <pc:chgData name="" userId="" providerId="" clId="Web-{82609CF7-AE5A-CB1A-9B40-6B78450D1840}" dt="2026-05-06T16:22:52.223" v="1" actId="20577"/>
        <pc:sldMkLst>
          <pc:docMk/>
          <pc:sldMk cId="0" sldId="256"/>
        </pc:sldMkLst>
        <pc:spChg chg="mod">
          <ac:chgData name="" userId="" providerId="" clId="Web-{82609CF7-AE5A-CB1A-9B40-6B78450D1840}" dt="2026-05-06T16:22:52.223" v="1" actId="20577"/>
          <ac:spMkLst>
            <pc:docMk/>
            <pc:sldMk cId="0" sldId="256"/>
            <ac:spMk id="10" creationId="{00000000-0000-0000-0000-000000000000}"/>
          </ac:spMkLst>
        </pc:spChg>
      </pc:sldChg>
    </pc:docChg>
  </pc:docChgLst>
  <pc:docChgLst>
    <pc:chgData name="Bjarte Lode" userId="aec39f21-7deb-44cb-ac2f-967f769f96aa" providerId="ADAL" clId="{956A946D-391C-4C2A-877D-33AA107C1B19}"/>
    <pc:docChg chg="undo redo custSel addSld delSld modSld">
      <pc:chgData name="Bjarte Lode" userId="aec39f21-7deb-44cb-ac2f-967f769f96aa" providerId="ADAL" clId="{956A946D-391C-4C2A-877D-33AA107C1B19}" dt="2026-05-08T10:59:37.348" v="2952"/>
      <pc:docMkLst>
        <pc:docMk/>
      </pc:docMkLst>
      <pc:sldChg chg="delSp modSp mod modNotesTx">
        <pc:chgData name="Bjarte Lode" userId="aec39f21-7deb-44cb-ac2f-967f769f96aa" providerId="ADAL" clId="{956A946D-391C-4C2A-877D-33AA107C1B19}" dt="2026-05-07T05:58:16.074" v="2499" actId="2711"/>
        <pc:sldMkLst>
          <pc:docMk/>
          <pc:sldMk cId="0" sldId="256"/>
        </pc:sldMkLst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56"/>
            <ac:spMk id="3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56"/>
            <ac:spMk id="4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56"/>
            <ac:spMk id="5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56"/>
            <ac:spMk id="6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56"/>
            <ac:spMk id="8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56"/>
            <ac:spMk id="9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56"/>
            <ac:spMk id="10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7T05:58:16.074" v="2499" actId="2711"/>
          <ac:spMkLst>
            <pc:docMk/>
            <pc:sldMk cId="0" sldId="256"/>
            <ac:spMk id="11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56"/>
            <ac:spMk id="12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56"/>
            <ac:spMk id="13" creationId="{00000000-0000-0000-0000-000000000000}"/>
          </ac:spMkLst>
        </pc:spChg>
      </pc:sldChg>
      <pc:sldChg chg="delSp modSp mod modNotesTx">
        <pc:chgData name="Bjarte Lode" userId="aec39f21-7deb-44cb-ac2f-967f769f96aa" providerId="ADAL" clId="{956A946D-391C-4C2A-877D-33AA107C1B19}" dt="2026-05-07T05:58:25.034" v="2500" actId="2711"/>
        <pc:sldMkLst>
          <pc:docMk/>
          <pc:sldMk cId="0" sldId="257"/>
        </pc:sldMkLst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57"/>
            <ac:spMk id="3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5.606" v="472" actId="27636"/>
          <ac:spMkLst>
            <pc:docMk/>
            <pc:sldMk cId="0" sldId="257"/>
            <ac:spMk id="4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57"/>
            <ac:spMk id="7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7T05:58:25.034" v="2500" actId="2711"/>
          <ac:spMkLst>
            <pc:docMk/>
            <pc:sldMk cId="0" sldId="257"/>
            <ac:spMk id="9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5:45:25.188" v="19" actId="27636"/>
          <ac:spMkLst>
            <pc:docMk/>
            <pc:sldMk cId="0" sldId="257"/>
            <ac:spMk id="10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57"/>
            <ac:spMk id="11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5:45:31.327" v="25" actId="368"/>
          <ac:spMkLst>
            <pc:docMk/>
            <pc:sldMk cId="0" sldId="257"/>
            <ac:spMk id="12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5:45:31.327" v="25" actId="368"/>
          <ac:spMkLst>
            <pc:docMk/>
            <pc:sldMk cId="0" sldId="257"/>
            <ac:spMk id="13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7T05:58:25.034" v="2500" actId="2711"/>
          <ac:spMkLst>
            <pc:docMk/>
            <pc:sldMk cId="0" sldId="257"/>
            <ac:spMk id="14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5:45:25.188" v="21" actId="27636"/>
          <ac:spMkLst>
            <pc:docMk/>
            <pc:sldMk cId="0" sldId="257"/>
            <ac:spMk id="15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57"/>
            <ac:spMk id="17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7T05:58:25.034" v="2500" actId="2711"/>
          <ac:spMkLst>
            <pc:docMk/>
            <pc:sldMk cId="0" sldId="257"/>
            <ac:spMk id="19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5:45:31.327" v="25" actId="368"/>
          <ac:spMkLst>
            <pc:docMk/>
            <pc:sldMk cId="0" sldId="257"/>
            <ac:spMk id="20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5:45:31.327" v="25" actId="368"/>
          <ac:spMkLst>
            <pc:docMk/>
            <pc:sldMk cId="0" sldId="257"/>
            <ac:spMk id="22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57"/>
            <ac:spMk id="23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7T05:58:25.034" v="2500" actId="2711"/>
          <ac:spMkLst>
            <pc:docMk/>
            <pc:sldMk cId="0" sldId="257"/>
            <ac:spMk id="24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5:45:25.188" v="22" actId="27636"/>
          <ac:spMkLst>
            <pc:docMk/>
            <pc:sldMk cId="0" sldId="257"/>
            <ac:spMk id="25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57"/>
            <ac:spMk id="27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57"/>
            <ac:spMk id="28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5:45:31.327" v="25" actId="368"/>
          <ac:spMkLst>
            <pc:docMk/>
            <pc:sldMk cId="0" sldId="257"/>
            <ac:spMk id="29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7T05:58:25.034" v="2500" actId="2711"/>
          <ac:spMkLst>
            <pc:docMk/>
            <pc:sldMk cId="0" sldId="257"/>
            <ac:spMk id="30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3:45.788" v="717" actId="1076"/>
          <ac:spMkLst>
            <pc:docMk/>
            <pc:sldMk cId="0" sldId="257"/>
            <ac:spMk id="31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57"/>
            <ac:spMk id="32" creationId="{00000000-0000-0000-0000-000000000000}"/>
          </ac:spMkLst>
        </pc:spChg>
      </pc:sldChg>
      <pc:sldChg chg="modSp mod modNotesTx">
        <pc:chgData name="Bjarte Lode" userId="aec39f21-7deb-44cb-ac2f-967f769f96aa" providerId="ADAL" clId="{956A946D-391C-4C2A-877D-33AA107C1B19}" dt="2026-05-07T05:58:33.872" v="2501" actId="2711"/>
        <pc:sldMkLst>
          <pc:docMk/>
          <pc:sldMk cId="0" sldId="258"/>
        </pc:sldMkLst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58"/>
            <ac:spMk id="2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58"/>
            <ac:spMk id="3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7T05:58:33.872" v="2501" actId="2711"/>
          <ac:spMkLst>
            <pc:docMk/>
            <pc:sldMk cId="0" sldId="258"/>
            <ac:spMk id="5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58"/>
            <ac:spMk id="6" creationId="{00000000-0000-0000-0000-000000000000}"/>
          </ac:spMkLst>
        </pc:spChg>
      </pc:sldChg>
      <pc:sldChg chg="delSp modSp mod modNotesTx">
        <pc:chgData name="Bjarte Lode" userId="aec39f21-7deb-44cb-ac2f-967f769f96aa" providerId="ADAL" clId="{956A946D-391C-4C2A-877D-33AA107C1B19}" dt="2026-05-07T05:58:49.251" v="2503" actId="2711"/>
        <pc:sldMkLst>
          <pc:docMk/>
          <pc:sldMk cId="0" sldId="259"/>
        </pc:sldMkLst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59"/>
            <ac:spMk id="3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5.652" v="479" actId="27636"/>
          <ac:spMkLst>
            <pc:docMk/>
            <pc:sldMk cId="0" sldId="259"/>
            <ac:spMk id="4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59"/>
            <ac:spMk id="5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5.640" v="476" actId="27636"/>
          <ac:spMkLst>
            <pc:docMk/>
            <pc:sldMk cId="0" sldId="259"/>
            <ac:spMk id="6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7T05:58:49.251" v="2503" actId="2711"/>
          <ac:spMkLst>
            <pc:docMk/>
            <pc:sldMk cId="0" sldId="259"/>
            <ac:spMk id="7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59"/>
            <ac:spMk id="8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59"/>
            <ac:spMk id="9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41:09.878" v="1209" actId="20577"/>
          <ac:spMkLst>
            <pc:docMk/>
            <pc:sldMk cId="0" sldId="259"/>
            <ac:spMk id="10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59"/>
            <ac:spMk id="11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59"/>
            <ac:spMk id="12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59"/>
            <ac:spMk id="14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59"/>
            <ac:spMk id="15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5.652" v="478" actId="27636"/>
          <ac:spMkLst>
            <pc:docMk/>
            <pc:sldMk cId="0" sldId="259"/>
            <ac:spMk id="16" creationId="{00000000-0000-0000-0000-000000000000}"/>
          </ac:spMkLst>
        </pc:spChg>
      </pc:sldChg>
      <pc:sldChg chg="delSp modSp mod modNotesTx">
        <pc:chgData name="Bjarte Lode" userId="aec39f21-7deb-44cb-ac2f-967f769f96aa" providerId="ADAL" clId="{956A946D-391C-4C2A-877D-33AA107C1B19}" dt="2026-05-07T06:13:42.348" v="2531" actId="27636"/>
        <pc:sldMkLst>
          <pc:docMk/>
          <pc:sldMk cId="0" sldId="260"/>
        </pc:sldMkLst>
        <pc:spChg chg="mod">
          <ac:chgData name="Bjarte Lode" userId="aec39f21-7deb-44cb-ac2f-967f769f96aa" providerId="ADAL" clId="{956A946D-391C-4C2A-877D-33AA107C1B19}" dt="2026-04-30T05:51:50.807" v="162" actId="27636"/>
          <ac:spMkLst>
            <pc:docMk/>
            <pc:sldMk cId="0" sldId="260"/>
            <ac:spMk id="4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5:51:50.796" v="159" actId="27636"/>
          <ac:spMkLst>
            <pc:docMk/>
            <pc:sldMk cId="0" sldId="260"/>
            <ac:spMk id="6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7T05:58:42.051" v="2502" actId="2711"/>
          <ac:spMkLst>
            <pc:docMk/>
            <pc:sldMk cId="0" sldId="260"/>
            <ac:spMk id="7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9:43.746" v="1072" actId="790"/>
          <ac:spMkLst>
            <pc:docMk/>
            <pc:sldMk cId="0" sldId="260"/>
            <ac:spMk id="10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5:51:50.786" v="155" actId="27636"/>
          <ac:spMkLst>
            <pc:docMk/>
            <pc:sldMk cId="0" sldId="260"/>
            <ac:spMk id="11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9:43.746" v="1072" actId="790"/>
          <ac:spMkLst>
            <pc:docMk/>
            <pc:sldMk cId="0" sldId="260"/>
            <ac:spMk id="12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9:43.746" v="1072" actId="790"/>
          <ac:spMkLst>
            <pc:docMk/>
            <pc:sldMk cId="0" sldId="260"/>
            <ac:spMk id="15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7T06:13:42.348" v="2529" actId="27636"/>
          <ac:spMkLst>
            <pc:docMk/>
            <pc:sldMk cId="0" sldId="260"/>
            <ac:spMk id="16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9:43.746" v="1072" actId="790"/>
          <ac:spMkLst>
            <pc:docMk/>
            <pc:sldMk cId="0" sldId="260"/>
            <ac:spMk id="17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5:48:43.303" v="39" actId="6549"/>
          <ac:spMkLst>
            <pc:docMk/>
            <pc:sldMk cId="0" sldId="260"/>
            <ac:spMk id="20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7T06:13:42.348" v="2530" actId="27636"/>
          <ac:spMkLst>
            <pc:docMk/>
            <pc:sldMk cId="0" sldId="260"/>
            <ac:spMk id="21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5:51:50.804" v="161" actId="27636"/>
          <ac:spMkLst>
            <pc:docMk/>
            <pc:sldMk cId="0" sldId="260"/>
            <ac:spMk id="22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9:43.746" v="1072" actId="790"/>
          <ac:spMkLst>
            <pc:docMk/>
            <pc:sldMk cId="0" sldId="260"/>
            <ac:spMk id="23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9:43.746" v="1072" actId="790"/>
          <ac:spMkLst>
            <pc:docMk/>
            <pc:sldMk cId="0" sldId="260"/>
            <ac:spMk id="24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5:48:44.337" v="40" actId="6549"/>
          <ac:spMkLst>
            <pc:docMk/>
            <pc:sldMk cId="0" sldId="260"/>
            <ac:spMk id="25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7T06:13:42.348" v="2531" actId="27636"/>
          <ac:spMkLst>
            <pc:docMk/>
            <pc:sldMk cId="0" sldId="260"/>
            <ac:spMk id="26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9:43.746" v="1072" actId="790"/>
          <ac:spMkLst>
            <pc:docMk/>
            <pc:sldMk cId="0" sldId="260"/>
            <ac:spMk id="27" creationId="{00000000-0000-0000-0000-000000000000}"/>
          </ac:spMkLst>
        </pc:spChg>
      </pc:sldChg>
      <pc:sldChg chg="delSp modSp mod modNotesTx">
        <pc:chgData name="Bjarte Lode" userId="aec39f21-7deb-44cb-ac2f-967f769f96aa" providerId="ADAL" clId="{956A946D-391C-4C2A-877D-33AA107C1B19}" dt="2026-05-07T05:59:24.220" v="2504" actId="2711"/>
        <pc:sldMkLst>
          <pc:docMk/>
          <pc:sldMk cId="0" sldId="261"/>
        </pc:sldMkLst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61"/>
            <ac:spMk id="3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61"/>
            <ac:spMk id="4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61"/>
            <ac:spMk id="5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61"/>
            <ac:spMk id="6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7T05:59:24.220" v="2504" actId="2711"/>
          <ac:spMkLst>
            <pc:docMk/>
            <pc:sldMk cId="0" sldId="261"/>
            <ac:spMk id="7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5:49:50.496" v="65" actId="27636"/>
          <ac:spMkLst>
            <pc:docMk/>
            <pc:sldMk cId="0" sldId="261"/>
            <ac:spMk id="8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61"/>
            <ac:spMk id="10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5:49:54.726" v="66" actId="14100"/>
          <ac:spMkLst>
            <pc:docMk/>
            <pc:sldMk cId="0" sldId="261"/>
            <ac:spMk id="11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61"/>
            <ac:spMk id="12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61"/>
            <ac:spMk id="13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5.691" v="482" actId="27636"/>
          <ac:spMkLst>
            <pc:docMk/>
            <pc:sldMk cId="0" sldId="261"/>
            <ac:spMk id="14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61"/>
            <ac:spMk id="15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61"/>
            <ac:spMk id="17" creationId="{00000000-0000-0000-0000-000000000000}"/>
          </ac:spMkLst>
        </pc:spChg>
      </pc:sldChg>
      <pc:sldChg chg="delSp modSp mod modNotesTx">
        <pc:chgData name="Bjarte Lode" userId="aec39f21-7deb-44cb-ac2f-967f769f96aa" providerId="ADAL" clId="{956A946D-391C-4C2A-877D-33AA107C1B19}" dt="2026-05-07T06:16:55.798" v="2532" actId="2711"/>
        <pc:sldMkLst>
          <pc:docMk/>
          <pc:sldMk cId="0" sldId="262"/>
        </pc:sldMkLst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62"/>
            <ac:spMk id="4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5.712" v="483" actId="27636"/>
          <ac:spMkLst>
            <pc:docMk/>
            <pc:sldMk cId="0" sldId="262"/>
            <ac:spMk id="6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7T05:59:30.552" v="2505" actId="2711"/>
          <ac:spMkLst>
            <pc:docMk/>
            <pc:sldMk cId="0" sldId="262"/>
            <ac:spMk id="7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51:23.231" v="1725" actId="20577"/>
          <ac:spMkLst>
            <pc:docMk/>
            <pc:sldMk cId="0" sldId="262"/>
            <ac:spMk id="9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5:55:05.267" v="184" actId="107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59:22.560" v="665" actId="6549"/>
          <ac:spMkLst>
            <pc:docMk/>
            <pc:sldMk cId="0" sldId="262"/>
            <ac:spMk id="11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46:35.894" v="1502" actId="20577"/>
          <ac:spMkLst>
            <pc:docMk/>
            <pc:sldMk cId="0" sldId="262"/>
            <ac:spMk id="12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47:04.483" v="1511" actId="20577"/>
          <ac:spMkLst>
            <pc:docMk/>
            <pc:sldMk cId="0" sldId="262"/>
            <ac:spMk id="13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62"/>
            <ac:spMk id="14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62"/>
            <ac:spMk id="15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5:53:56.849" v="172" actId="27636"/>
          <ac:spMkLst>
            <pc:docMk/>
            <pc:sldMk cId="0" sldId="262"/>
            <ac:spMk id="16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49:22.701" v="1654" actId="20577"/>
          <ac:spMkLst>
            <pc:docMk/>
            <pc:sldMk cId="0" sldId="262"/>
            <ac:spMk id="17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5:53:56.840" v="169" actId="1076"/>
          <ac:spMkLst>
            <pc:docMk/>
            <pc:sldMk cId="0" sldId="262"/>
            <ac:spMk id="18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62"/>
            <ac:spMk id="19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5:55:05.267" v="184" actId="1076"/>
          <ac:spMkLst>
            <pc:docMk/>
            <pc:sldMk cId="0" sldId="262"/>
            <ac:spMk id="20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52:02.120" v="1794" actId="20577"/>
          <ac:spMkLst>
            <pc:docMk/>
            <pc:sldMk cId="0" sldId="262"/>
            <ac:spMk id="21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62"/>
            <ac:spMk id="22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59:30.693" v="667" actId="6549"/>
          <ac:spMkLst>
            <pc:docMk/>
            <pc:sldMk cId="0" sldId="262"/>
            <ac:spMk id="23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54:41.087" v="1807" actId="20577"/>
          <ac:spMkLst>
            <pc:docMk/>
            <pc:sldMk cId="0" sldId="262"/>
            <ac:spMk id="24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56:16.242" v="1937" actId="20577"/>
          <ac:spMkLst>
            <pc:docMk/>
            <pc:sldMk cId="0" sldId="262"/>
            <ac:spMk id="25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5:55:05.267" v="184" actId="1076"/>
          <ac:spMkLst>
            <pc:docMk/>
            <pc:sldMk cId="0" sldId="262"/>
            <ac:spMk id="26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59:35.773" v="669" actId="6549"/>
          <ac:spMkLst>
            <pc:docMk/>
            <pc:sldMk cId="0" sldId="262"/>
            <ac:spMk id="27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10:02:37.088" v="2235" actId="27636"/>
          <ac:spMkLst>
            <pc:docMk/>
            <pc:sldMk cId="0" sldId="262"/>
            <ac:spMk id="28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10:03:28.947" v="2358" actId="20577"/>
          <ac:spMkLst>
            <pc:docMk/>
            <pc:sldMk cId="0" sldId="262"/>
            <ac:spMk id="29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5:51:35.376" v="147" actId="1076"/>
          <ac:spMkLst>
            <pc:docMk/>
            <pc:sldMk cId="0" sldId="262"/>
            <ac:spMk id="31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7T06:16:55.798" v="2532" actId="2711"/>
          <ac:spMkLst>
            <pc:docMk/>
            <pc:sldMk cId="0" sldId="262"/>
            <ac:spMk id="33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5:51:38.846" v="153" actId="20577"/>
          <ac:spMkLst>
            <pc:docMk/>
            <pc:sldMk cId="0" sldId="262"/>
            <ac:spMk id="34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5:55:20.477" v="185" actId="1076"/>
          <ac:spMkLst>
            <pc:docMk/>
            <pc:sldMk cId="0" sldId="262"/>
            <ac:spMk id="35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5:55:20.477" v="185" actId="1076"/>
          <ac:spMkLst>
            <pc:docMk/>
            <pc:sldMk cId="0" sldId="262"/>
            <ac:spMk id="36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7T06:16:55.798" v="2532" actId="2711"/>
          <ac:spMkLst>
            <pc:docMk/>
            <pc:sldMk cId="0" sldId="262"/>
            <ac:spMk id="37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62"/>
            <ac:spMk id="38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7T06:16:55.798" v="2532" actId="2711"/>
          <ac:spMkLst>
            <pc:docMk/>
            <pc:sldMk cId="0" sldId="262"/>
            <ac:spMk id="41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5:55:20.477" v="185" actId="1076"/>
          <ac:spMkLst>
            <pc:docMk/>
            <pc:sldMk cId="0" sldId="262"/>
            <ac:spMk id="42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5:55:20.477" v="185" actId="1076"/>
          <ac:spMkLst>
            <pc:docMk/>
            <pc:sldMk cId="0" sldId="262"/>
            <ac:spMk id="43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7T06:16:55.798" v="2532" actId="2711"/>
          <ac:spMkLst>
            <pc:docMk/>
            <pc:sldMk cId="0" sldId="262"/>
            <ac:spMk id="45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7:00:14.393" v="691" actId="20577"/>
          <ac:spMkLst>
            <pc:docMk/>
            <pc:sldMk cId="0" sldId="262"/>
            <ac:spMk id="46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5:55:20.501" v="187" actId="27636"/>
          <ac:spMkLst>
            <pc:docMk/>
            <pc:sldMk cId="0" sldId="262"/>
            <ac:spMk id="48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5:55:20.509" v="189" actId="27636"/>
          <ac:spMkLst>
            <pc:docMk/>
            <pc:sldMk cId="0" sldId="262"/>
            <ac:spMk id="49" creationId="{00000000-0000-0000-0000-000000000000}"/>
          </ac:spMkLst>
        </pc:spChg>
      </pc:sldChg>
      <pc:sldChg chg="modSp mod modNotesTx">
        <pc:chgData name="Bjarte Lode" userId="aec39f21-7deb-44cb-ac2f-967f769f96aa" providerId="ADAL" clId="{956A946D-391C-4C2A-877D-33AA107C1B19}" dt="2026-05-07T05:59:40.335" v="2507" actId="27636"/>
        <pc:sldMkLst>
          <pc:docMk/>
          <pc:sldMk cId="0" sldId="263"/>
        </pc:sldMkLst>
        <pc:spChg chg="mod">
          <ac:chgData name="Bjarte Lode" userId="aec39f21-7deb-44cb-ac2f-967f769f96aa" providerId="ADAL" clId="{956A946D-391C-4C2A-877D-33AA107C1B19}" dt="2026-05-04T10:04:00.221" v="2360" actId="1076"/>
          <ac:spMkLst>
            <pc:docMk/>
            <pc:sldMk cId="0" sldId="263"/>
            <ac:spMk id="2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63"/>
            <ac:spMk id="3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7T05:59:40.335" v="2507" actId="27636"/>
          <ac:spMkLst>
            <pc:docMk/>
            <pc:sldMk cId="0" sldId="263"/>
            <ac:spMk id="5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63"/>
            <ac:spMk id="6" creationId="{00000000-0000-0000-0000-000000000000}"/>
          </ac:spMkLst>
        </pc:spChg>
      </pc:sldChg>
      <pc:sldChg chg="addSp delSp modSp mod modNotesTx">
        <pc:chgData name="Bjarte Lode" userId="aec39f21-7deb-44cb-ac2f-967f769f96aa" providerId="ADAL" clId="{956A946D-391C-4C2A-877D-33AA107C1B19}" dt="2026-05-07T05:59:48.580" v="2508" actId="2711"/>
        <pc:sldMkLst>
          <pc:docMk/>
          <pc:sldMk cId="0" sldId="264"/>
        </pc:sldMkLst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64"/>
            <ac:spMk id="3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64"/>
            <ac:spMk id="4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5.782" v="492" actId="27636"/>
          <ac:spMkLst>
            <pc:docMk/>
            <pc:sldMk cId="0" sldId="264"/>
            <ac:spMk id="6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7T05:59:48.580" v="2508" actId="2711"/>
          <ac:spMkLst>
            <pc:docMk/>
            <pc:sldMk cId="0" sldId="264"/>
            <ac:spMk id="7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64"/>
            <ac:spMk id="9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6T12:53:52.544" v="2375" actId="14100"/>
          <ac:spMkLst>
            <pc:docMk/>
            <pc:sldMk cId="0" sldId="264"/>
            <ac:spMk id="10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6T12:54:05.094" v="2376" actId="1076"/>
          <ac:spMkLst>
            <pc:docMk/>
            <pc:sldMk cId="0" sldId="264"/>
            <ac:spMk id="11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6T12:54:05.094" v="2376" actId="1076"/>
          <ac:spMkLst>
            <pc:docMk/>
            <pc:sldMk cId="0" sldId="264"/>
            <ac:spMk id="12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6T12:54:05.094" v="2376" actId="1076"/>
          <ac:spMkLst>
            <pc:docMk/>
            <pc:sldMk cId="0" sldId="264"/>
            <ac:spMk id="13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6T12:54:05.094" v="2376" actId="1076"/>
          <ac:spMkLst>
            <pc:docMk/>
            <pc:sldMk cId="0" sldId="264"/>
            <ac:spMk id="14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6T12:54:05.094" v="2376" actId="1076"/>
          <ac:spMkLst>
            <pc:docMk/>
            <pc:sldMk cId="0" sldId="264"/>
            <ac:spMk id="15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6T12:54:05.094" v="2376" actId="1076"/>
          <ac:spMkLst>
            <pc:docMk/>
            <pc:sldMk cId="0" sldId="264"/>
            <ac:spMk id="16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6T12:54:05.094" v="2376" actId="1076"/>
          <ac:spMkLst>
            <pc:docMk/>
            <pc:sldMk cId="0" sldId="264"/>
            <ac:spMk id="17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6T12:54:05.094" v="2376" actId="1076"/>
          <ac:spMkLst>
            <pc:docMk/>
            <pc:sldMk cId="0" sldId="264"/>
            <ac:spMk id="18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64"/>
            <ac:spMk id="21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64"/>
            <ac:spMk id="22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64"/>
            <ac:spMk id="23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6T12:56:37.815" v="2475" actId="1076"/>
          <ac:spMkLst>
            <pc:docMk/>
            <pc:sldMk cId="0" sldId="264"/>
            <ac:spMk id="24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6T12:56:37.815" v="2475" actId="1076"/>
          <ac:spMkLst>
            <pc:docMk/>
            <pc:sldMk cId="0" sldId="264"/>
            <ac:spMk id="25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6T12:56:10.236" v="2468" actId="1076"/>
          <ac:spMkLst>
            <pc:docMk/>
            <pc:sldMk cId="0" sldId="264"/>
            <ac:spMk id="27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6T12:56:43.642" v="2476" actId="1076"/>
          <ac:spMkLst>
            <pc:docMk/>
            <pc:sldMk cId="0" sldId="264"/>
            <ac:spMk id="28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6T12:56:43.642" v="2476" actId="1076"/>
          <ac:spMkLst>
            <pc:docMk/>
            <pc:sldMk cId="0" sldId="264"/>
            <ac:spMk id="29" creationId="{00000000-0000-0000-0000-000000000000}"/>
          </ac:spMkLst>
        </pc:spChg>
        <pc:spChg chg="add mod">
          <ac:chgData name="Bjarte Lode" userId="aec39f21-7deb-44cb-ac2f-967f769f96aa" providerId="ADAL" clId="{956A946D-391C-4C2A-877D-33AA107C1B19}" dt="2026-05-06T12:56:17.494" v="2472" actId="1076"/>
          <ac:spMkLst>
            <pc:docMk/>
            <pc:sldMk cId="0" sldId="264"/>
            <ac:spMk id="30" creationId="{095F2A57-E2B8-747C-51DA-0578828C19A4}"/>
          </ac:spMkLst>
        </pc:spChg>
      </pc:sldChg>
      <pc:sldChg chg="delSp modSp mod modNotesTx">
        <pc:chgData name="Bjarte Lode" userId="aec39f21-7deb-44cb-ac2f-967f769f96aa" providerId="ADAL" clId="{956A946D-391C-4C2A-877D-33AA107C1B19}" dt="2026-05-07T06:00:03.771" v="2510" actId="2711"/>
        <pc:sldMkLst>
          <pc:docMk/>
          <pc:sldMk cId="0" sldId="265"/>
        </pc:sldMkLst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65"/>
            <ac:spMk id="4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7T05:59:55.715" v="2509" actId="2711"/>
          <ac:spMkLst>
            <pc:docMk/>
            <pc:sldMk cId="0" sldId="265"/>
            <ac:spMk id="6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5:57:51.655" v="310" actId="6549"/>
          <ac:spMkLst>
            <pc:docMk/>
            <pc:sldMk cId="0" sldId="265"/>
            <ac:spMk id="7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65"/>
            <ac:spMk id="8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7T06:00:03.771" v="2510" actId="2711"/>
          <ac:spMkLst>
            <pc:docMk/>
            <pc:sldMk cId="0" sldId="265"/>
            <ac:spMk id="10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5.846" v="502" actId="27636"/>
          <ac:spMkLst>
            <pc:docMk/>
            <pc:sldMk cId="0" sldId="265"/>
            <ac:spMk id="11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65"/>
            <ac:spMk id="12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7T06:00:03.771" v="2510" actId="2711"/>
          <ac:spMkLst>
            <pc:docMk/>
            <pc:sldMk cId="0" sldId="265"/>
            <ac:spMk id="14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65"/>
            <ac:spMk id="15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7T06:00:03.771" v="2510" actId="2711"/>
          <ac:spMkLst>
            <pc:docMk/>
            <pc:sldMk cId="0" sldId="265"/>
            <ac:spMk id="18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65"/>
            <ac:spMk id="19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65"/>
            <ac:spMk id="20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7T06:00:03.771" v="2510" actId="2711"/>
          <ac:spMkLst>
            <pc:docMk/>
            <pc:sldMk cId="0" sldId="265"/>
            <ac:spMk id="22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65"/>
            <ac:spMk id="23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7T06:00:03.771" v="2510" actId="2711"/>
          <ac:spMkLst>
            <pc:docMk/>
            <pc:sldMk cId="0" sldId="265"/>
            <ac:spMk id="26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5.848" v="507" actId="27636"/>
          <ac:spMkLst>
            <pc:docMk/>
            <pc:sldMk cId="0" sldId="265"/>
            <ac:spMk id="27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65"/>
            <ac:spMk id="28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7T06:00:03.771" v="2510" actId="2711"/>
          <ac:spMkLst>
            <pc:docMk/>
            <pc:sldMk cId="0" sldId="265"/>
            <ac:spMk id="31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5.848" v="504" actId="27636"/>
          <ac:spMkLst>
            <pc:docMk/>
            <pc:sldMk cId="0" sldId="265"/>
            <ac:spMk id="32" creationId="{00000000-0000-0000-0000-000000000000}"/>
          </ac:spMkLst>
        </pc:spChg>
      </pc:sldChg>
      <pc:sldChg chg="delSp modSp mod">
        <pc:chgData name="Bjarte Lode" userId="aec39f21-7deb-44cb-ac2f-967f769f96aa" providerId="ADAL" clId="{956A946D-391C-4C2A-877D-33AA107C1B19}" dt="2026-05-07T06:29:45.192" v="2533" actId="2711"/>
        <pc:sldMkLst>
          <pc:docMk/>
          <pc:sldMk cId="0" sldId="266"/>
        </pc:sldMkLst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66"/>
            <ac:spMk id="4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5.889" v="521" actId="27636"/>
          <ac:spMkLst>
            <pc:docMk/>
            <pc:sldMk cId="0" sldId="266"/>
            <ac:spMk id="6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7T06:00:11.046" v="2511" actId="2711"/>
          <ac:spMkLst>
            <pc:docMk/>
            <pc:sldMk cId="0" sldId="266"/>
            <ac:spMk id="7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66"/>
            <ac:spMk id="8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66"/>
            <ac:spMk id="10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5.859" v="510" actId="27636"/>
          <ac:spMkLst>
            <pc:docMk/>
            <pc:sldMk cId="0" sldId="266"/>
            <ac:spMk id="11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7T06:29:45.192" v="2533" actId="2711"/>
          <ac:spMkLst>
            <pc:docMk/>
            <pc:sldMk cId="0" sldId="266"/>
            <ac:spMk id="12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66"/>
            <ac:spMk id="13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5.875" v="515" actId="27636"/>
          <ac:spMkLst>
            <pc:docMk/>
            <pc:sldMk cId="0" sldId="266"/>
            <ac:spMk id="14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5.879" v="516" actId="27636"/>
          <ac:spMkLst>
            <pc:docMk/>
            <pc:sldMk cId="0" sldId="266"/>
            <ac:spMk id="15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7T06:29:45.192" v="2533" actId="2711"/>
          <ac:spMkLst>
            <pc:docMk/>
            <pc:sldMk cId="0" sldId="266"/>
            <ac:spMk id="16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5.881" v="517" actId="27636"/>
          <ac:spMkLst>
            <pc:docMk/>
            <pc:sldMk cId="0" sldId="266"/>
            <ac:spMk id="18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5.875" v="514" actId="27636"/>
          <ac:spMkLst>
            <pc:docMk/>
            <pc:sldMk cId="0" sldId="266"/>
            <ac:spMk id="19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7T06:29:45.192" v="2533" actId="2711"/>
          <ac:spMkLst>
            <pc:docMk/>
            <pc:sldMk cId="0" sldId="266"/>
            <ac:spMk id="20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66"/>
            <ac:spMk id="22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66"/>
            <ac:spMk id="23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7T06:29:45.192" v="2533" actId="2711"/>
          <ac:spMkLst>
            <pc:docMk/>
            <pc:sldMk cId="0" sldId="266"/>
            <ac:spMk id="24" creationId="{00000000-0000-0000-0000-000000000000}"/>
          </ac:spMkLst>
        </pc:spChg>
      </pc:sldChg>
      <pc:sldChg chg="delSp modSp mod">
        <pc:chgData name="Bjarte Lode" userId="aec39f21-7deb-44cb-ac2f-967f769f96aa" providerId="ADAL" clId="{956A946D-391C-4C2A-877D-33AA107C1B19}" dt="2026-05-07T06:00:22.590" v="2514" actId="2711"/>
        <pc:sldMkLst>
          <pc:docMk/>
          <pc:sldMk cId="0" sldId="267"/>
        </pc:sldMkLst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67"/>
            <ac:spMk id="3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67"/>
            <ac:spMk id="4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67"/>
            <ac:spMk id="5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7T06:00:22.590" v="2514" actId="2711"/>
          <ac:spMkLst>
            <pc:docMk/>
            <pc:sldMk cId="0" sldId="267"/>
            <ac:spMk id="6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67"/>
            <ac:spMk id="7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67"/>
            <ac:spMk id="8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67"/>
            <ac:spMk id="9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67"/>
            <ac:spMk id="10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67"/>
            <ac:spMk id="11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10:05:51.556" v="2371" actId="20577"/>
          <ac:spMkLst>
            <pc:docMk/>
            <pc:sldMk cId="0" sldId="267"/>
            <ac:spMk id="12" creationId="{00000000-0000-0000-0000-000000000000}"/>
          </ac:spMkLst>
        </pc:spChg>
      </pc:sldChg>
      <pc:sldChg chg="delSp modSp mod">
        <pc:chgData name="Bjarte Lode" userId="aec39f21-7deb-44cb-ac2f-967f769f96aa" providerId="ADAL" clId="{956A946D-391C-4C2A-877D-33AA107C1B19}" dt="2026-05-07T06:00:36.584" v="2516" actId="2711"/>
        <pc:sldMkLst>
          <pc:docMk/>
          <pc:sldMk cId="0" sldId="268"/>
        </pc:sldMkLst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68"/>
            <ac:spMk id="3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5.958" v="529" actId="27636"/>
          <ac:spMkLst>
            <pc:docMk/>
            <pc:sldMk cId="0" sldId="268"/>
            <ac:spMk id="4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5.923" v="525" actId="27636"/>
          <ac:spMkLst>
            <pc:docMk/>
            <pc:sldMk cId="0" sldId="268"/>
            <ac:spMk id="6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7T06:00:31.553" v="2515" actId="2711"/>
          <ac:spMkLst>
            <pc:docMk/>
            <pc:sldMk cId="0" sldId="268"/>
            <ac:spMk id="7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68"/>
            <ac:spMk id="8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68"/>
            <ac:spMk id="9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7T06:00:36.584" v="2516" actId="2711"/>
          <ac:spMkLst>
            <pc:docMk/>
            <pc:sldMk cId="0" sldId="268"/>
            <ac:spMk id="10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68"/>
            <ac:spMk id="11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68"/>
            <ac:spMk id="12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68"/>
            <ac:spMk id="13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7T06:00:36.584" v="2516" actId="2711"/>
          <ac:spMkLst>
            <pc:docMk/>
            <pc:sldMk cId="0" sldId="268"/>
            <ac:spMk id="14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68"/>
            <ac:spMk id="15" creationId="{00000000-0000-0000-0000-000000000000}"/>
          </ac:spMkLst>
        </pc:spChg>
      </pc:sldChg>
      <pc:sldChg chg="delSp modSp mod">
        <pc:chgData name="Bjarte Lode" userId="aec39f21-7deb-44cb-ac2f-967f769f96aa" providerId="ADAL" clId="{956A946D-391C-4C2A-877D-33AA107C1B19}" dt="2026-05-07T06:00:44.125" v="2517" actId="2711"/>
        <pc:sldMkLst>
          <pc:docMk/>
          <pc:sldMk cId="0" sldId="269"/>
        </pc:sldMkLst>
        <pc:spChg chg="mod">
          <ac:chgData name="Bjarte Lode" userId="aec39f21-7deb-44cb-ac2f-967f769f96aa" providerId="ADAL" clId="{956A946D-391C-4C2A-877D-33AA107C1B19}" dt="2026-04-30T06:00:26.038" v="539" actId="27636"/>
          <ac:spMkLst>
            <pc:docMk/>
            <pc:sldMk cId="0" sldId="269"/>
            <ac:spMk id="4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7T06:00:44.125" v="2517" actId="2711"/>
          <ac:spMkLst>
            <pc:docMk/>
            <pc:sldMk cId="0" sldId="269"/>
            <ac:spMk id="6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69"/>
            <ac:spMk id="9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69"/>
            <ac:spMk id="10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6.066" v="546" actId="27636"/>
          <ac:spMkLst>
            <pc:docMk/>
            <pc:sldMk cId="0" sldId="269"/>
            <ac:spMk id="11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69"/>
            <ac:spMk id="12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6.050" v="545" actId="27636"/>
          <ac:spMkLst>
            <pc:docMk/>
            <pc:sldMk cId="0" sldId="269"/>
            <ac:spMk id="13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6.025" v="536" actId="27636"/>
          <ac:spMkLst>
            <pc:docMk/>
            <pc:sldMk cId="0" sldId="269"/>
            <ac:spMk id="14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69"/>
            <ac:spMk id="15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69"/>
            <ac:spMk id="16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6.050" v="543" actId="27636"/>
          <ac:spMkLst>
            <pc:docMk/>
            <pc:sldMk cId="0" sldId="269"/>
            <ac:spMk id="17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69"/>
            <ac:spMk id="18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69"/>
            <ac:spMk id="19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5.989" v="531" actId="27636"/>
          <ac:spMkLst>
            <pc:docMk/>
            <pc:sldMk cId="0" sldId="269"/>
            <ac:spMk id="20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6.002" v="532" actId="27636"/>
          <ac:spMkLst>
            <pc:docMk/>
            <pc:sldMk cId="0" sldId="269"/>
            <ac:spMk id="21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6.034" v="538" actId="27636"/>
          <ac:spMkLst>
            <pc:docMk/>
            <pc:sldMk cId="0" sldId="269"/>
            <ac:spMk id="22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69"/>
            <ac:spMk id="23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69"/>
            <ac:spMk id="24" creationId="{00000000-0000-0000-0000-000000000000}"/>
          </ac:spMkLst>
        </pc:spChg>
      </pc:sldChg>
      <pc:sldChg chg="delSp modSp mod">
        <pc:chgData name="Bjarte Lode" userId="aec39f21-7deb-44cb-ac2f-967f769f96aa" providerId="ADAL" clId="{956A946D-391C-4C2A-877D-33AA107C1B19}" dt="2026-05-08T10:46:43.767" v="2578" actId="20577"/>
        <pc:sldMkLst>
          <pc:docMk/>
          <pc:sldMk cId="0" sldId="270"/>
        </pc:sldMkLst>
        <pc:spChg chg="mod">
          <ac:chgData name="Bjarte Lode" userId="aec39f21-7deb-44cb-ac2f-967f769f96aa" providerId="ADAL" clId="{956A946D-391C-4C2A-877D-33AA107C1B19}" dt="2026-04-30T06:00:26.113" v="563" actId="27636"/>
          <ac:spMkLst>
            <pc:docMk/>
            <pc:sldMk cId="0" sldId="270"/>
            <ac:spMk id="4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6.113" v="562" actId="27636"/>
          <ac:spMkLst>
            <pc:docMk/>
            <pc:sldMk cId="0" sldId="270"/>
            <ac:spMk id="6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70"/>
            <ac:spMk id="7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6.113" v="560" actId="27636"/>
          <ac:spMkLst>
            <pc:docMk/>
            <pc:sldMk cId="0" sldId="270"/>
            <ac:spMk id="13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70"/>
            <ac:spMk id="16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70"/>
            <ac:spMk id="17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8T10:46:43.767" v="2578" actId="20577"/>
          <ac:spMkLst>
            <pc:docMk/>
            <pc:sldMk cId="0" sldId="270"/>
            <ac:spMk id="19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6.081" v="549" actId="27636"/>
          <ac:spMkLst>
            <pc:docMk/>
            <pc:sldMk cId="0" sldId="270"/>
            <ac:spMk id="22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70"/>
            <ac:spMk id="23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70"/>
            <ac:spMk id="24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70"/>
            <ac:spMk id="25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70"/>
            <ac:spMk id="27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6.081" v="550" actId="27636"/>
          <ac:spMkLst>
            <pc:docMk/>
            <pc:sldMk cId="0" sldId="270"/>
            <ac:spMk id="28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70"/>
            <ac:spMk id="30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6.081" v="551" actId="27636"/>
          <ac:spMkLst>
            <pc:docMk/>
            <pc:sldMk cId="0" sldId="270"/>
            <ac:spMk id="31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7T06:00:50.176" v="2518" actId="2711"/>
          <ac:spMkLst>
            <pc:docMk/>
            <pc:sldMk cId="0" sldId="270"/>
            <ac:spMk id="33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6.081" v="552" actId="27636"/>
          <ac:spMkLst>
            <pc:docMk/>
            <pc:sldMk cId="0" sldId="270"/>
            <ac:spMk id="34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7T06:00:50.176" v="2518" actId="2711"/>
          <ac:spMkLst>
            <pc:docMk/>
            <pc:sldMk cId="0" sldId="270"/>
            <ac:spMk id="36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6.097" v="559" actId="27636"/>
          <ac:spMkLst>
            <pc:docMk/>
            <pc:sldMk cId="0" sldId="270"/>
            <ac:spMk id="37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7T06:00:50.176" v="2518" actId="2711"/>
          <ac:spMkLst>
            <pc:docMk/>
            <pc:sldMk cId="0" sldId="270"/>
            <ac:spMk id="39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6.113" v="561" actId="27636"/>
          <ac:spMkLst>
            <pc:docMk/>
            <pc:sldMk cId="0" sldId="270"/>
            <ac:spMk id="40" creationId="{00000000-0000-0000-0000-000000000000}"/>
          </ac:spMkLst>
        </pc:spChg>
      </pc:sldChg>
      <pc:sldChg chg="delSp modSp mod">
        <pc:chgData name="Bjarte Lode" userId="aec39f21-7deb-44cb-ac2f-967f769f96aa" providerId="ADAL" clId="{956A946D-391C-4C2A-877D-33AA107C1B19}" dt="2026-05-07T06:01:00.088" v="2519" actId="2711"/>
        <pc:sldMkLst>
          <pc:docMk/>
          <pc:sldMk cId="0" sldId="271"/>
        </pc:sldMkLst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71"/>
            <ac:spMk id="3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6.178" v="581" actId="27636"/>
          <ac:spMkLst>
            <pc:docMk/>
            <pc:sldMk cId="0" sldId="271"/>
            <ac:spMk id="4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7T06:01:00.088" v="2519" actId="2711"/>
          <ac:spMkLst>
            <pc:docMk/>
            <pc:sldMk cId="0" sldId="271"/>
            <ac:spMk id="6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6.178" v="580" actId="27636"/>
          <ac:spMkLst>
            <pc:docMk/>
            <pc:sldMk cId="0" sldId="271"/>
            <ac:spMk id="10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71"/>
            <ac:spMk id="11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6.146" v="569" actId="27636"/>
          <ac:spMkLst>
            <pc:docMk/>
            <pc:sldMk cId="0" sldId="271"/>
            <ac:spMk id="13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6.148" v="570" actId="27636"/>
          <ac:spMkLst>
            <pc:docMk/>
            <pc:sldMk cId="0" sldId="271"/>
            <ac:spMk id="16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71"/>
            <ac:spMk id="18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71"/>
            <ac:spMk id="19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6.160" v="575" actId="27636"/>
          <ac:spMkLst>
            <pc:docMk/>
            <pc:sldMk cId="0" sldId="271"/>
            <ac:spMk id="22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71"/>
            <ac:spMk id="23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71"/>
            <ac:spMk id="25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7T06:01:00.088" v="2519" actId="2711"/>
          <ac:spMkLst>
            <pc:docMk/>
            <pc:sldMk cId="0" sldId="271"/>
            <ac:spMk id="26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6.178" v="583" actId="27636"/>
          <ac:spMkLst>
            <pc:docMk/>
            <pc:sldMk cId="0" sldId="271"/>
            <ac:spMk id="27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6.156" v="573" actId="27636"/>
          <ac:spMkLst>
            <pc:docMk/>
            <pc:sldMk cId="0" sldId="271"/>
            <ac:spMk id="28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71"/>
            <ac:spMk id="29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7T06:01:00.088" v="2519" actId="2711"/>
          <ac:spMkLst>
            <pc:docMk/>
            <pc:sldMk cId="0" sldId="271"/>
            <ac:spMk id="31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71"/>
            <ac:spMk id="32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71"/>
            <ac:spMk id="33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7T06:01:00.088" v="2519" actId="2711"/>
          <ac:spMkLst>
            <pc:docMk/>
            <pc:sldMk cId="0" sldId="271"/>
            <ac:spMk id="36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6.160" v="576" actId="27636"/>
          <ac:spMkLst>
            <pc:docMk/>
            <pc:sldMk cId="0" sldId="271"/>
            <ac:spMk id="37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6.160" v="577" actId="27636"/>
          <ac:spMkLst>
            <pc:docMk/>
            <pc:sldMk cId="0" sldId="271"/>
            <ac:spMk id="38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7T06:01:00.088" v="2519" actId="2711"/>
          <ac:spMkLst>
            <pc:docMk/>
            <pc:sldMk cId="0" sldId="271"/>
            <ac:spMk id="41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6.138" v="565" actId="27636"/>
          <ac:spMkLst>
            <pc:docMk/>
            <pc:sldMk cId="0" sldId="271"/>
            <ac:spMk id="42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6.144" v="567" actId="27636"/>
          <ac:spMkLst>
            <pc:docMk/>
            <pc:sldMk cId="0" sldId="271"/>
            <ac:spMk id="43" creationId="{00000000-0000-0000-0000-000000000000}"/>
          </ac:spMkLst>
        </pc:spChg>
      </pc:sldChg>
      <pc:sldChg chg="delSp modSp mod">
        <pc:chgData name="Bjarte Lode" userId="aec39f21-7deb-44cb-ac2f-967f769f96aa" providerId="ADAL" clId="{956A946D-391C-4C2A-877D-33AA107C1B19}" dt="2026-05-07T06:01:06.102" v="2520" actId="2711"/>
        <pc:sldMkLst>
          <pc:docMk/>
          <pc:sldMk cId="0" sldId="272"/>
        </pc:sldMkLst>
        <pc:spChg chg="mod">
          <ac:chgData name="Bjarte Lode" userId="aec39f21-7deb-44cb-ac2f-967f769f96aa" providerId="ADAL" clId="{956A946D-391C-4C2A-877D-33AA107C1B19}" dt="2026-04-30T06:00:26.330" v="598" actId="27636"/>
          <ac:spMkLst>
            <pc:docMk/>
            <pc:sldMk cId="0" sldId="272"/>
            <ac:spMk id="4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7T06:01:06.102" v="2520" actId="2711"/>
          <ac:spMkLst>
            <pc:docMk/>
            <pc:sldMk cId="0" sldId="272"/>
            <ac:spMk id="6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6.341" v="606" actId="27636"/>
          <ac:spMkLst>
            <pc:docMk/>
            <pc:sldMk cId="0" sldId="272"/>
            <ac:spMk id="7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72"/>
            <ac:spMk id="11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72"/>
            <ac:spMk id="12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6.330" v="596" actId="27636"/>
          <ac:spMkLst>
            <pc:docMk/>
            <pc:sldMk cId="0" sldId="272"/>
            <ac:spMk id="15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6.340" v="604" actId="27636"/>
          <ac:spMkLst>
            <pc:docMk/>
            <pc:sldMk cId="0" sldId="272"/>
            <ac:spMk id="16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6.337" v="602" actId="27636"/>
          <ac:spMkLst>
            <pc:docMk/>
            <pc:sldMk cId="0" sldId="272"/>
            <ac:spMk id="19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6.320" v="589" actId="27636"/>
          <ac:spMkLst>
            <pc:docMk/>
            <pc:sldMk cId="0" sldId="272"/>
            <ac:spMk id="20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72"/>
            <ac:spMk id="23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6.339" v="603" actId="27636"/>
          <ac:spMkLst>
            <pc:docMk/>
            <pc:sldMk cId="0" sldId="272"/>
            <ac:spMk id="24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72"/>
            <ac:spMk id="26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6.341" v="605" actId="27636"/>
          <ac:spMkLst>
            <pc:docMk/>
            <pc:sldMk cId="0" sldId="272"/>
            <ac:spMk id="27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6.314" v="587" actId="27636"/>
          <ac:spMkLst>
            <pc:docMk/>
            <pc:sldMk cId="0" sldId="272"/>
            <ac:spMk id="28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6.314" v="586" actId="27636"/>
          <ac:spMkLst>
            <pc:docMk/>
            <pc:sldMk cId="0" sldId="272"/>
            <ac:spMk id="31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6.324" v="592" actId="27636"/>
          <ac:spMkLst>
            <pc:docMk/>
            <pc:sldMk cId="0" sldId="272"/>
            <ac:spMk id="32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72"/>
            <ac:spMk id="34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6.320" v="588" actId="27636"/>
          <ac:spMkLst>
            <pc:docMk/>
            <pc:sldMk cId="0" sldId="272"/>
            <ac:spMk id="36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72"/>
            <ac:spMk id="37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6.337" v="601" actId="27636"/>
          <ac:spMkLst>
            <pc:docMk/>
            <pc:sldMk cId="0" sldId="272"/>
            <ac:spMk id="40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6.324" v="594" actId="27636"/>
          <ac:spMkLst>
            <pc:docMk/>
            <pc:sldMk cId="0" sldId="272"/>
            <ac:spMk id="41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72"/>
            <ac:spMk id="43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72"/>
            <ac:spMk id="44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6.330" v="599" actId="27636"/>
          <ac:spMkLst>
            <pc:docMk/>
            <pc:sldMk cId="0" sldId="272"/>
            <ac:spMk id="45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72"/>
            <ac:spMk id="46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72"/>
            <ac:spMk id="47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6.312" v="584" actId="27636"/>
          <ac:spMkLst>
            <pc:docMk/>
            <pc:sldMk cId="0" sldId="272"/>
            <ac:spMk id="48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6.324" v="593" actId="27636"/>
          <ac:spMkLst>
            <pc:docMk/>
            <pc:sldMk cId="0" sldId="272"/>
            <ac:spMk id="49" creationId="{00000000-0000-0000-0000-000000000000}"/>
          </ac:spMkLst>
        </pc:spChg>
      </pc:sldChg>
      <pc:sldChg chg="delSp modSp mod">
        <pc:chgData name="Bjarte Lode" userId="aec39f21-7deb-44cb-ac2f-967f769f96aa" providerId="ADAL" clId="{956A946D-391C-4C2A-877D-33AA107C1B19}" dt="2026-05-07T06:01:11.744" v="2521" actId="2711"/>
        <pc:sldMkLst>
          <pc:docMk/>
          <pc:sldMk cId="0" sldId="273"/>
        </pc:sldMkLst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73"/>
            <ac:spMk id="3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6.341" v="612" actId="27636"/>
          <ac:spMkLst>
            <pc:docMk/>
            <pc:sldMk cId="0" sldId="273"/>
            <ac:spMk id="4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73"/>
            <ac:spMk id="5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73"/>
            <ac:spMk id="6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7T06:01:11.744" v="2521" actId="2711"/>
          <ac:spMkLst>
            <pc:docMk/>
            <pc:sldMk cId="0" sldId="273"/>
            <ac:spMk id="10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73"/>
            <ac:spMk id="11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6.341" v="607" actId="27636"/>
          <ac:spMkLst>
            <pc:docMk/>
            <pc:sldMk cId="0" sldId="273"/>
            <ac:spMk id="13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73"/>
            <ac:spMk id="15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7T06:01:11.744" v="2521" actId="2711"/>
          <ac:spMkLst>
            <pc:docMk/>
            <pc:sldMk cId="0" sldId="273"/>
            <ac:spMk id="17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73"/>
            <ac:spMk id="18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73"/>
            <ac:spMk id="20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73"/>
            <ac:spMk id="22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7T06:01:11.744" v="2521" actId="2711"/>
          <ac:spMkLst>
            <pc:docMk/>
            <pc:sldMk cId="0" sldId="273"/>
            <ac:spMk id="24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6.341" v="608" actId="27636"/>
          <ac:spMkLst>
            <pc:docMk/>
            <pc:sldMk cId="0" sldId="273"/>
            <ac:spMk id="27" creationId="{00000000-0000-0000-0000-000000000000}"/>
          </ac:spMkLst>
        </pc:spChg>
      </pc:sldChg>
      <pc:sldChg chg="delSp modSp mod">
        <pc:chgData name="Bjarte Lode" userId="aec39f21-7deb-44cb-ac2f-967f769f96aa" providerId="ADAL" clId="{956A946D-391C-4C2A-877D-33AA107C1B19}" dt="2026-05-07T06:01:23.282" v="2522" actId="2711"/>
        <pc:sldMkLst>
          <pc:docMk/>
          <pc:sldMk cId="0" sldId="274"/>
        </pc:sldMkLst>
        <pc:spChg chg="mod">
          <ac:chgData name="Bjarte Lode" userId="aec39f21-7deb-44cb-ac2f-967f769f96aa" providerId="ADAL" clId="{956A946D-391C-4C2A-877D-33AA107C1B19}" dt="2026-04-30T06:00:25.407" v="418" actId="27636"/>
          <ac:spMkLst>
            <pc:docMk/>
            <pc:sldMk cId="0" sldId="274"/>
            <ac:spMk id="4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74"/>
            <ac:spMk id="5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74"/>
            <ac:spMk id="6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7T06:01:23.282" v="2522" actId="2711"/>
          <ac:spMkLst>
            <pc:docMk/>
            <pc:sldMk cId="0" sldId="274"/>
            <ac:spMk id="7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5.375" v="411" actId="27636"/>
          <ac:spMkLst>
            <pc:docMk/>
            <pc:sldMk cId="0" sldId="274"/>
            <ac:spMk id="8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7T06:01:23.282" v="2522" actId="2711"/>
          <ac:spMkLst>
            <pc:docMk/>
            <pc:sldMk cId="0" sldId="274"/>
            <ac:spMk id="9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7T06:01:23.282" v="2522" actId="2711"/>
          <ac:spMkLst>
            <pc:docMk/>
            <pc:sldMk cId="0" sldId="274"/>
            <ac:spMk id="13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74"/>
            <ac:spMk id="15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7T06:01:23.282" v="2522" actId="2711"/>
          <ac:spMkLst>
            <pc:docMk/>
            <pc:sldMk cId="0" sldId="274"/>
            <ac:spMk id="16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7T06:01:23.282" v="2522" actId="2711"/>
          <ac:spMkLst>
            <pc:docMk/>
            <pc:sldMk cId="0" sldId="274"/>
            <ac:spMk id="19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7T06:01:23.282" v="2522" actId="2711"/>
          <ac:spMkLst>
            <pc:docMk/>
            <pc:sldMk cId="0" sldId="274"/>
            <ac:spMk id="22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74"/>
            <ac:spMk id="23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74"/>
            <ac:spMk id="24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7T06:01:23.282" v="2522" actId="2711"/>
          <ac:spMkLst>
            <pc:docMk/>
            <pc:sldMk cId="0" sldId="274"/>
            <ac:spMk id="25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74"/>
            <ac:spMk id="27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7T06:01:23.282" v="2522" actId="2711"/>
          <ac:spMkLst>
            <pc:docMk/>
            <pc:sldMk cId="0" sldId="274"/>
            <ac:spMk id="28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5.306" v="409"/>
          <ac:spMkLst>
            <pc:docMk/>
            <pc:sldMk cId="0" sldId="274"/>
            <ac:spMk id="30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74"/>
            <ac:spMk id="31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7T06:01:23.282" v="2522" actId="2711"/>
          <ac:spMkLst>
            <pc:docMk/>
            <pc:sldMk cId="0" sldId="274"/>
            <ac:spMk id="32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5.420" v="419" actId="27636"/>
          <ac:spMkLst>
            <pc:docMk/>
            <pc:sldMk cId="0" sldId="274"/>
            <ac:spMk id="33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74"/>
            <ac:spMk id="35" creationId="{00000000-0000-0000-0000-000000000000}"/>
          </ac:spMkLst>
        </pc:spChg>
      </pc:sldChg>
      <pc:sldChg chg="modSp mod">
        <pc:chgData name="Bjarte Lode" userId="aec39f21-7deb-44cb-ac2f-967f769f96aa" providerId="ADAL" clId="{956A946D-391C-4C2A-877D-33AA107C1B19}" dt="2026-05-07T06:01:31.416" v="2523" actId="2711"/>
        <pc:sldMkLst>
          <pc:docMk/>
          <pc:sldMk cId="0" sldId="275"/>
        </pc:sldMkLst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75"/>
            <ac:spMk id="4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5.480" v="440" actId="27636"/>
          <ac:spMkLst>
            <pc:docMk/>
            <pc:sldMk cId="0" sldId="275"/>
            <ac:spMk id="6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7T06:01:31.416" v="2523" actId="2711"/>
          <ac:spMkLst>
            <pc:docMk/>
            <pc:sldMk cId="0" sldId="275"/>
            <ac:spMk id="7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75"/>
            <ac:spMk id="9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5.480" v="441" actId="27636"/>
          <ac:spMkLst>
            <pc:docMk/>
            <pc:sldMk cId="0" sldId="275"/>
            <ac:spMk id="10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75"/>
            <ac:spMk id="11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5.452" v="422" actId="27636"/>
          <ac:spMkLst>
            <pc:docMk/>
            <pc:sldMk cId="0" sldId="275"/>
            <ac:spMk id="12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5.480" v="443" actId="27636"/>
          <ac:spMkLst>
            <pc:docMk/>
            <pc:sldMk cId="0" sldId="275"/>
            <ac:spMk id="14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75"/>
            <ac:spMk id="19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75"/>
            <ac:spMk id="20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75"/>
            <ac:spMk id="21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5.480" v="439" actId="27636"/>
          <ac:spMkLst>
            <pc:docMk/>
            <pc:sldMk cId="0" sldId="275"/>
            <ac:spMk id="24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5.464" v="433" actId="27636"/>
          <ac:spMkLst>
            <pc:docMk/>
            <pc:sldMk cId="0" sldId="275"/>
            <ac:spMk id="25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5.452" v="423" actId="27636"/>
          <ac:spMkLst>
            <pc:docMk/>
            <pc:sldMk cId="0" sldId="275"/>
            <ac:spMk id="28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5.452" v="426" actId="27636"/>
          <ac:spMkLst>
            <pc:docMk/>
            <pc:sldMk cId="0" sldId="275"/>
            <ac:spMk id="29" creationId="{00000000-0000-0000-0000-000000000000}"/>
          </ac:spMkLst>
        </pc:spChg>
      </pc:sldChg>
      <pc:sldChg chg="modSp mod">
        <pc:chgData name="Bjarte Lode" userId="aec39f21-7deb-44cb-ac2f-967f769f96aa" providerId="ADAL" clId="{956A946D-391C-4C2A-877D-33AA107C1B19}" dt="2026-05-07T06:01:38.086" v="2524" actId="2711"/>
        <pc:sldMkLst>
          <pc:docMk/>
          <pc:sldMk cId="0" sldId="276"/>
        </pc:sldMkLst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76"/>
            <ac:spMk id="2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76"/>
            <ac:spMk id="3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7T06:01:38.086" v="2524" actId="2711"/>
          <ac:spMkLst>
            <pc:docMk/>
            <pc:sldMk cId="0" sldId="276"/>
            <ac:spMk id="5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76"/>
            <ac:spMk id="6" creationId="{00000000-0000-0000-0000-000000000000}"/>
          </ac:spMkLst>
        </pc:spChg>
      </pc:sldChg>
      <pc:sldChg chg="delSp modSp mod">
        <pc:chgData name="Bjarte Lode" userId="aec39f21-7deb-44cb-ac2f-967f769f96aa" providerId="ADAL" clId="{956A946D-391C-4C2A-877D-33AA107C1B19}" dt="2026-05-07T06:01:44.684" v="2525" actId="2711"/>
        <pc:sldMkLst>
          <pc:docMk/>
          <pc:sldMk cId="0" sldId="277"/>
        </pc:sldMkLst>
        <pc:spChg chg="mod">
          <ac:chgData name="Bjarte Lode" userId="aec39f21-7deb-44cb-ac2f-967f769f96aa" providerId="ADAL" clId="{956A946D-391C-4C2A-877D-33AA107C1B19}" dt="2026-04-30T06:00:25.495" v="448" actId="27636"/>
          <ac:spMkLst>
            <pc:docMk/>
            <pc:sldMk cId="0" sldId="277"/>
            <ac:spMk id="4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77"/>
            <ac:spMk id="5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77"/>
            <ac:spMk id="6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7T06:01:44.684" v="2525" actId="2711"/>
          <ac:spMkLst>
            <pc:docMk/>
            <pc:sldMk cId="0" sldId="277"/>
            <ac:spMk id="7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77"/>
            <ac:spMk id="10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5.511" v="450" actId="27636"/>
          <ac:spMkLst>
            <pc:docMk/>
            <pc:sldMk cId="0" sldId="277"/>
            <ac:spMk id="11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77"/>
            <ac:spMk id="12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5.511" v="452" actId="27636"/>
          <ac:spMkLst>
            <pc:docMk/>
            <pc:sldMk cId="0" sldId="277"/>
            <ac:spMk id="14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77"/>
            <ac:spMk id="15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77"/>
            <ac:spMk id="16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5.511" v="453" actId="27636"/>
          <ac:spMkLst>
            <pc:docMk/>
            <pc:sldMk cId="0" sldId="277"/>
            <ac:spMk id="17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77"/>
            <ac:spMk id="18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77"/>
            <ac:spMk id="20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77"/>
            <ac:spMk id="22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5.511" v="451" actId="27636"/>
          <ac:spMkLst>
            <pc:docMk/>
            <pc:sldMk cId="0" sldId="277"/>
            <ac:spMk id="23" creationId="{00000000-0000-0000-0000-000000000000}"/>
          </ac:spMkLst>
        </pc:spChg>
      </pc:sldChg>
      <pc:sldChg chg="delSp modSp mod">
        <pc:chgData name="Bjarte Lode" userId="aec39f21-7deb-44cb-ac2f-967f769f96aa" providerId="ADAL" clId="{956A946D-391C-4C2A-877D-33AA107C1B19}" dt="2026-05-07T06:01:53.390" v="2526" actId="2711"/>
        <pc:sldMkLst>
          <pc:docMk/>
          <pc:sldMk cId="0" sldId="278"/>
        </pc:sldMkLst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78"/>
            <ac:spMk id="4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78"/>
            <ac:spMk id="6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7T06:01:53.390" v="2526" actId="2711"/>
          <ac:spMkLst>
            <pc:docMk/>
            <pc:sldMk cId="0" sldId="278"/>
            <ac:spMk id="7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78"/>
            <ac:spMk id="9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7T06:01:53.390" v="2526" actId="2711"/>
          <ac:spMkLst>
            <pc:docMk/>
            <pc:sldMk cId="0" sldId="278"/>
            <ac:spMk id="10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78"/>
            <ac:spMk id="11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7T06:01:53.390" v="2526" actId="2711"/>
          <ac:spMkLst>
            <pc:docMk/>
            <pc:sldMk cId="0" sldId="278"/>
            <ac:spMk id="12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7T06:01:53.390" v="2526" actId="2711"/>
          <ac:spMkLst>
            <pc:docMk/>
            <pc:sldMk cId="0" sldId="278"/>
            <ac:spMk id="15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78"/>
            <ac:spMk id="16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7T06:01:53.390" v="2526" actId="2711"/>
          <ac:spMkLst>
            <pc:docMk/>
            <pc:sldMk cId="0" sldId="278"/>
            <ac:spMk id="17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5.511" v="455" actId="27636"/>
          <ac:spMkLst>
            <pc:docMk/>
            <pc:sldMk cId="0" sldId="278"/>
            <ac:spMk id="19" creationId="{00000000-0000-0000-0000-000000000000}"/>
          </ac:spMkLst>
        </pc:spChg>
      </pc:sldChg>
      <pc:sldChg chg="delSp modSp mod">
        <pc:chgData name="Bjarte Lode" userId="aec39f21-7deb-44cb-ac2f-967f769f96aa" providerId="ADAL" clId="{956A946D-391C-4C2A-877D-33AA107C1B19}" dt="2026-05-07T06:02:01.015" v="2527" actId="2711"/>
        <pc:sldMkLst>
          <pc:docMk/>
          <pc:sldMk cId="0" sldId="279"/>
        </pc:sldMkLst>
        <pc:spChg chg="mod">
          <ac:chgData name="Bjarte Lode" userId="aec39f21-7deb-44cb-ac2f-967f769f96aa" providerId="ADAL" clId="{956A946D-391C-4C2A-877D-33AA107C1B19}" dt="2026-05-07T05:44:56.935" v="2484" actId="20577"/>
          <ac:spMkLst>
            <pc:docMk/>
            <pc:sldMk cId="0" sldId="279"/>
            <ac:spMk id="3" creationId="{00000000-0000-0000-0000-000000000000}"/>
          </ac:spMkLst>
        </pc:spChg>
        <pc:spChg chg="del mod">
          <ac:chgData name="Bjarte Lode" userId="aec39f21-7deb-44cb-ac2f-967f769f96aa" providerId="ADAL" clId="{956A946D-391C-4C2A-877D-33AA107C1B19}" dt="2026-05-07T05:44:50.880" v="2478" actId="478"/>
          <ac:spMkLst>
            <pc:docMk/>
            <pc:sldMk cId="0" sldId="279"/>
            <ac:spMk id="5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7T06:02:01.015" v="2527" actId="2711"/>
          <ac:spMkLst>
            <pc:docMk/>
            <pc:sldMk cId="0" sldId="279"/>
            <ac:spMk id="6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5.590" v="465" actId="27636"/>
          <ac:spMkLst>
            <pc:docMk/>
            <pc:sldMk cId="0" sldId="279"/>
            <ac:spMk id="9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79"/>
            <ac:spMk id="10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79"/>
            <ac:spMk id="11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5.590" v="468" actId="27636"/>
          <ac:spMkLst>
            <pc:docMk/>
            <pc:sldMk cId="0" sldId="279"/>
            <ac:spMk id="12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79"/>
            <ac:spMk id="13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79"/>
            <ac:spMk id="14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79"/>
            <ac:spMk id="15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4-30T06:00:25.590" v="470" actId="27636"/>
          <ac:spMkLst>
            <pc:docMk/>
            <pc:sldMk cId="0" sldId="279"/>
            <ac:spMk id="16" creationId="{00000000-0000-0000-0000-000000000000}"/>
          </ac:spMkLst>
        </pc:spChg>
        <pc:spChg chg="mod">
          <ac:chgData name="Bjarte Lode" userId="aec39f21-7deb-44cb-ac2f-967f769f96aa" providerId="ADAL" clId="{956A946D-391C-4C2A-877D-33AA107C1B19}" dt="2026-05-04T09:35:36.278" v="852" actId="790"/>
          <ac:spMkLst>
            <pc:docMk/>
            <pc:sldMk cId="0" sldId="279"/>
            <ac:spMk id="17" creationId="{00000000-0000-0000-0000-000000000000}"/>
          </ac:spMkLst>
        </pc:spChg>
      </pc:sldChg>
      <pc:sldChg chg="addSp delSp modSp add del mod setBg modShow">
        <pc:chgData name="Bjarte Lode" userId="aec39f21-7deb-44cb-ac2f-967f769f96aa" providerId="ADAL" clId="{956A946D-391C-4C2A-877D-33AA107C1B19}" dt="2026-05-08T10:59:37.348" v="2952"/>
        <pc:sldMkLst>
          <pc:docMk/>
          <pc:sldMk cId="716085630" sldId="280"/>
        </pc:sldMkLst>
        <pc:spChg chg="del">
          <ac:chgData name="Bjarte Lode" userId="aec39f21-7deb-44cb-ac2f-967f769f96aa" providerId="ADAL" clId="{956A946D-391C-4C2A-877D-33AA107C1B19}" dt="2026-05-08T10:47:14.817" v="2583" actId="478"/>
          <ac:spMkLst>
            <pc:docMk/>
            <pc:sldMk cId="716085630" sldId="280"/>
            <ac:spMk id="3" creationId="{CCE20F30-B2FF-E50F-103E-D8839F815481}"/>
          </ac:spMkLst>
        </pc:spChg>
        <pc:spChg chg="del">
          <ac:chgData name="Bjarte Lode" userId="aec39f21-7deb-44cb-ac2f-967f769f96aa" providerId="ADAL" clId="{956A946D-391C-4C2A-877D-33AA107C1B19}" dt="2026-05-08T10:47:14.817" v="2583" actId="478"/>
          <ac:spMkLst>
            <pc:docMk/>
            <pc:sldMk cId="716085630" sldId="280"/>
            <ac:spMk id="4" creationId="{B3D250BC-5A02-38FB-5536-858EC1FA4682}"/>
          </ac:spMkLst>
        </pc:spChg>
        <pc:spChg chg="del">
          <ac:chgData name="Bjarte Lode" userId="aec39f21-7deb-44cb-ac2f-967f769f96aa" providerId="ADAL" clId="{956A946D-391C-4C2A-877D-33AA107C1B19}" dt="2026-05-08T10:47:14.817" v="2583" actId="478"/>
          <ac:spMkLst>
            <pc:docMk/>
            <pc:sldMk cId="716085630" sldId="280"/>
            <ac:spMk id="5" creationId="{FDDEEBED-FDFF-BB7F-3116-C65738C9663C}"/>
          </ac:spMkLst>
        </pc:spChg>
        <pc:spChg chg="del">
          <ac:chgData name="Bjarte Lode" userId="aec39f21-7deb-44cb-ac2f-967f769f96aa" providerId="ADAL" clId="{956A946D-391C-4C2A-877D-33AA107C1B19}" dt="2026-05-08T10:47:14.817" v="2583" actId="478"/>
          <ac:spMkLst>
            <pc:docMk/>
            <pc:sldMk cId="716085630" sldId="280"/>
            <ac:spMk id="6" creationId="{89BAA1C7-2C26-E4F9-5FD8-2180F4FDDDB4}"/>
          </ac:spMkLst>
        </pc:spChg>
        <pc:spChg chg="del">
          <ac:chgData name="Bjarte Lode" userId="aec39f21-7deb-44cb-ac2f-967f769f96aa" providerId="ADAL" clId="{956A946D-391C-4C2A-877D-33AA107C1B19}" dt="2026-05-08T10:47:14.817" v="2583" actId="478"/>
          <ac:spMkLst>
            <pc:docMk/>
            <pc:sldMk cId="716085630" sldId="280"/>
            <ac:spMk id="7" creationId="{C3DE7843-C7FF-79D6-FAFB-724042BDA046}"/>
          </ac:spMkLst>
        </pc:spChg>
        <pc:spChg chg="del">
          <ac:chgData name="Bjarte Lode" userId="aec39f21-7deb-44cb-ac2f-967f769f96aa" providerId="ADAL" clId="{956A946D-391C-4C2A-877D-33AA107C1B19}" dt="2026-05-08T10:54:50.575" v="2855" actId="478"/>
          <ac:spMkLst>
            <pc:docMk/>
            <pc:sldMk cId="716085630" sldId="280"/>
            <ac:spMk id="8" creationId="{EE5ADC7E-1B3D-8B04-8301-F2A859908FC6}"/>
          </ac:spMkLst>
        </pc:spChg>
        <pc:spChg chg="mod">
          <ac:chgData name="Bjarte Lode" userId="aec39f21-7deb-44cb-ac2f-967f769f96aa" providerId="ADAL" clId="{956A946D-391C-4C2A-877D-33AA107C1B19}" dt="2026-05-08T10:55:47.888" v="2865" actId="1076"/>
          <ac:spMkLst>
            <pc:docMk/>
            <pc:sldMk cId="716085630" sldId="280"/>
            <ac:spMk id="13" creationId="{B51E429D-18CF-FD15-D458-B1C4B9AE1966}"/>
          </ac:spMkLst>
        </pc:spChg>
        <pc:spChg chg="mod">
          <ac:chgData name="Bjarte Lode" userId="aec39f21-7deb-44cb-ac2f-967f769f96aa" providerId="ADAL" clId="{956A946D-391C-4C2A-877D-33AA107C1B19}" dt="2026-05-08T10:55:58.697" v="2866" actId="1076"/>
          <ac:spMkLst>
            <pc:docMk/>
            <pc:sldMk cId="716085630" sldId="280"/>
            <ac:spMk id="19" creationId="{24C557D2-0819-3277-4827-1F398467C010}"/>
          </ac:spMkLst>
        </pc:spChg>
        <pc:spChg chg="mod">
          <ac:chgData name="Bjarte Lode" userId="aec39f21-7deb-44cb-ac2f-967f769f96aa" providerId="ADAL" clId="{956A946D-391C-4C2A-877D-33AA107C1B19}" dt="2026-05-08T10:56:03.044" v="2867" actId="14100"/>
          <ac:spMkLst>
            <pc:docMk/>
            <pc:sldMk cId="716085630" sldId="280"/>
            <ac:spMk id="22" creationId="{D9EC00A9-56D1-5BBB-40F8-F65A5B8BDC08}"/>
          </ac:spMkLst>
        </pc:spChg>
        <pc:spChg chg="mod">
          <ac:chgData name="Bjarte Lode" userId="aec39f21-7deb-44cb-ac2f-967f769f96aa" providerId="ADAL" clId="{956A946D-391C-4C2A-877D-33AA107C1B19}" dt="2026-05-08T10:54:44.498" v="2854" actId="27636"/>
          <ac:spMkLst>
            <pc:docMk/>
            <pc:sldMk cId="716085630" sldId="280"/>
            <ac:spMk id="31" creationId="{0F4910D7-9D84-F8E9-18AA-E1272398B36A}"/>
          </ac:spMkLst>
        </pc:spChg>
        <pc:spChg chg="mod">
          <ac:chgData name="Bjarte Lode" userId="aec39f21-7deb-44cb-ac2f-967f769f96aa" providerId="ADAL" clId="{956A946D-391C-4C2A-877D-33AA107C1B19}" dt="2026-05-08T10:47:39.684" v="2586" actId="1076"/>
          <ac:spMkLst>
            <pc:docMk/>
            <pc:sldMk cId="716085630" sldId="280"/>
            <ac:spMk id="32" creationId="{96DA79FC-4C97-2A5A-9A54-A8ABF6008C1E}"/>
          </ac:spMkLst>
        </pc:spChg>
        <pc:spChg chg="mod">
          <ac:chgData name="Bjarte Lode" userId="aec39f21-7deb-44cb-ac2f-967f769f96aa" providerId="ADAL" clId="{956A946D-391C-4C2A-877D-33AA107C1B19}" dt="2026-05-08T10:47:39.684" v="2586" actId="1076"/>
          <ac:spMkLst>
            <pc:docMk/>
            <pc:sldMk cId="716085630" sldId="280"/>
            <ac:spMk id="33" creationId="{72DF4A65-FDF2-A6FB-CCB6-A404635A69E4}"/>
          </ac:spMkLst>
        </pc:spChg>
        <pc:spChg chg="mod">
          <ac:chgData name="Bjarte Lode" userId="aec39f21-7deb-44cb-ac2f-967f769f96aa" providerId="ADAL" clId="{956A946D-391C-4C2A-877D-33AA107C1B19}" dt="2026-05-08T10:58:46.722" v="2951" actId="1035"/>
          <ac:spMkLst>
            <pc:docMk/>
            <pc:sldMk cId="716085630" sldId="280"/>
            <ac:spMk id="34" creationId="{E60B030A-0F7F-7199-E866-EE8EF73EF186}"/>
          </ac:spMkLst>
        </pc:spChg>
        <pc:spChg chg="mod">
          <ac:chgData name="Bjarte Lode" userId="aec39f21-7deb-44cb-ac2f-967f769f96aa" providerId="ADAL" clId="{956A946D-391C-4C2A-877D-33AA107C1B19}" dt="2026-05-08T10:48:05.524" v="2589" actId="14100"/>
          <ac:spMkLst>
            <pc:docMk/>
            <pc:sldMk cId="716085630" sldId="280"/>
            <ac:spMk id="35" creationId="{273575D4-98F8-5672-B69E-A59DBC0991A6}"/>
          </ac:spMkLst>
        </pc:spChg>
        <pc:spChg chg="mod">
          <ac:chgData name="Bjarte Lode" userId="aec39f21-7deb-44cb-ac2f-967f769f96aa" providerId="ADAL" clId="{956A946D-391C-4C2A-877D-33AA107C1B19}" dt="2026-05-08T10:48:05.524" v="2589" actId="14100"/>
          <ac:spMkLst>
            <pc:docMk/>
            <pc:sldMk cId="716085630" sldId="280"/>
            <ac:spMk id="36" creationId="{B7004533-173C-CFAB-5484-92A5B86D1649}"/>
          </ac:spMkLst>
        </pc:spChg>
        <pc:spChg chg="mod">
          <ac:chgData name="Bjarte Lode" userId="aec39f21-7deb-44cb-ac2f-967f769f96aa" providerId="ADAL" clId="{956A946D-391C-4C2A-877D-33AA107C1B19}" dt="2026-05-08T10:54:14.183" v="2817" actId="1076"/>
          <ac:spMkLst>
            <pc:docMk/>
            <pc:sldMk cId="716085630" sldId="280"/>
            <ac:spMk id="37" creationId="{5BA6A462-1127-71F6-24C4-87D24900F877}"/>
          </ac:spMkLst>
        </pc:spChg>
        <pc:spChg chg="mod">
          <ac:chgData name="Bjarte Lode" userId="aec39f21-7deb-44cb-ac2f-967f769f96aa" providerId="ADAL" clId="{956A946D-391C-4C2A-877D-33AA107C1B19}" dt="2026-05-08T10:54:20.369" v="2818" actId="1076"/>
          <ac:spMkLst>
            <pc:docMk/>
            <pc:sldMk cId="716085630" sldId="280"/>
            <ac:spMk id="38" creationId="{C0EFB0BC-B22B-9135-15E4-43CA91FFDDEA}"/>
          </ac:spMkLst>
        </pc:spChg>
        <pc:spChg chg="mod">
          <ac:chgData name="Bjarte Lode" userId="aec39f21-7deb-44cb-ac2f-967f769f96aa" providerId="ADAL" clId="{956A946D-391C-4C2A-877D-33AA107C1B19}" dt="2026-05-08T10:54:20.369" v="2818" actId="1076"/>
          <ac:spMkLst>
            <pc:docMk/>
            <pc:sldMk cId="716085630" sldId="280"/>
            <ac:spMk id="39" creationId="{22904070-2456-1D42-EE4C-6861DE540153}"/>
          </ac:spMkLst>
        </pc:spChg>
        <pc:spChg chg="mod">
          <ac:chgData name="Bjarte Lode" userId="aec39f21-7deb-44cb-ac2f-967f769f96aa" providerId="ADAL" clId="{956A946D-391C-4C2A-877D-33AA107C1B19}" dt="2026-05-08T10:54:20.369" v="2818" actId="1076"/>
          <ac:spMkLst>
            <pc:docMk/>
            <pc:sldMk cId="716085630" sldId="280"/>
            <ac:spMk id="40" creationId="{3F53F34B-CBB8-62A1-FC0B-39257EFFEBA7}"/>
          </ac:spMkLst>
        </pc:spChg>
        <pc:spChg chg="add mod">
          <ac:chgData name="Bjarte Lode" userId="aec39f21-7deb-44cb-ac2f-967f769f96aa" providerId="ADAL" clId="{956A946D-391C-4C2A-877D-33AA107C1B19}" dt="2026-05-08T10:57:25.682" v="2885" actId="1076"/>
          <ac:spMkLst>
            <pc:docMk/>
            <pc:sldMk cId="716085630" sldId="280"/>
            <ac:spMk id="45" creationId="{6936F27B-D930-F407-4014-C5E2A0CA02B4}"/>
          </ac:spMkLst>
        </pc:spChg>
        <pc:spChg chg="add mod">
          <ac:chgData name="Bjarte Lode" userId="aec39f21-7deb-44cb-ac2f-967f769f96aa" providerId="ADAL" clId="{956A946D-391C-4C2A-877D-33AA107C1B19}" dt="2026-05-08T10:58:11.127" v="2938" actId="27636"/>
          <ac:spMkLst>
            <pc:docMk/>
            <pc:sldMk cId="716085630" sldId="280"/>
            <ac:spMk id="46" creationId="{90BFEB26-1BD8-029D-0C5F-8DE2958594F8}"/>
          </ac:spMkLst>
        </pc:spChg>
        <pc:cxnChg chg="add mod ord">
          <ac:chgData name="Bjarte Lode" userId="aec39f21-7deb-44cb-ac2f-967f769f96aa" providerId="ADAL" clId="{956A946D-391C-4C2A-877D-33AA107C1B19}" dt="2026-05-08T10:55:32.222" v="2863" actId="167"/>
          <ac:cxnSpMkLst>
            <pc:docMk/>
            <pc:sldMk cId="716085630" sldId="280"/>
            <ac:cxnSpMk id="41" creationId="{AECC70BA-DA05-B1C2-7E2C-06698F891B62}"/>
          </ac:cxnSpMkLst>
        </pc:cxnChg>
        <pc:cxnChg chg="add mod">
          <ac:chgData name="Bjarte Lode" userId="aec39f21-7deb-44cb-ac2f-967f769f96aa" providerId="ADAL" clId="{956A946D-391C-4C2A-877D-33AA107C1B19}" dt="2026-05-08T10:56:39.962" v="2873" actId="1036"/>
          <ac:cxnSpMkLst>
            <pc:docMk/>
            <pc:sldMk cId="716085630" sldId="280"/>
            <ac:cxnSpMk id="42" creationId="{44DE6FB9-E0D4-FB2E-24DE-724A883EBF64}"/>
          </ac:cxnSpMkLst>
        </pc:cxnChg>
      </pc:sldChg>
    </pc:docChg>
  </pc:docChgLst>
  <pc:docChgLst>
    <pc:chgData name="Bjarte Lode" userId="S::bjarte@sanpro.no::aec39f21-7deb-44cb-ac2f-967f769f96aa" providerId="AD" clId="Web-{82609CF7-AE5A-CB1A-9B40-6B78450D1840}"/>
    <pc:docChg chg="modSld">
      <pc:chgData name="Bjarte Lode" userId="S::bjarte@sanpro.no::aec39f21-7deb-44cb-ac2f-967f769f96aa" providerId="AD" clId="Web-{82609CF7-AE5A-CB1A-9B40-6B78450D1840}" dt="2026-05-06T16:30:23.861" v="23" actId="14100"/>
      <pc:docMkLst>
        <pc:docMk/>
      </pc:docMkLst>
      <pc:sldChg chg="delSp modSp">
        <pc:chgData name="Bjarte Lode" userId="S::bjarte@sanpro.no::aec39f21-7deb-44cb-ac2f-967f769f96aa" providerId="AD" clId="Web-{82609CF7-AE5A-CB1A-9B40-6B78450D1840}" dt="2026-05-06T16:29:49.986" v="16" actId="14100"/>
        <pc:sldMkLst>
          <pc:docMk/>
          <pc:sldMk cId="0" sldId="258"/>
        </pc:sldMkLst>
        <pc:spChg chg="mod">
          <ac:chgData name="Bjarte Lode" userId="S::bjarte@sanpro.no::aec39f21-7deb-44cb-ac2f-967f769f96aa" providerId="AD" clId="Web-{82609CF7-AE5A-CB1A-9B40-6B78450D1840}" dt="2026-05-06T16:29:49.986" v="16" actId="14100"/>
          <ac:spMkLst>
            <pc:docMk/>
            <pc:sldMk cId="0" sldId="258"/>
            <ac:spMk id="5" creationId="{00000000-0000-0000-0000-000000000000}"/>
          </ac:spMkLst>
        </pc:spChg>
        <pc:spChg chg="mod">
          <ac:chgData name="Bjarte Lode" userId="S::bjarte@sanpro.no::aec39f21-7deb-44cb-ac2f-967f769f96aa" providerId="AD" clId="Web-{82609CF7-AE5A-CB1A-9B40-6B78450D1840}" dt="2026-05-06T16:23:23.613" v="0" actId="20577"/>
          <ac:spMkLst>
            <pc:docMk/>
            <pc:sldMk cId="0" sldId="258"/>
            <ac:spMk id="6" creationId="{00000000-0000-0000-0000-000000000000}"/>
          </ac:spMkLst>
        </pc:spChg>
      </pc:sldChg>
      <pc:sldChg chg="modNotes">
        <pc:chgData name="Bjarte Lode" userId="S::bjarte@sanpro.no::aec39f21-7deb-44cb-ac2f-967f769f96aa" providerId="AD" clId="Web-{82609CF7-AE5A-CB1A-9B40-6B78450D1840}" dt="2026-05-06T16:25:21.754" v="1"/>
        <pc:sldMkLst>
          <pc:docMk/>
          <pc:sldMk cId="0" sldId="259"/>
        </pc:sldMkLst>
      </pc:sldChg>
      <pc:sldChg chg="modNotes">
        <pc:chgData name="Bjarte Lode" userId="S::bjarte@sanpro.no::aec39f21-7deb-44cb-ac2f-967f769f96aa" providerId="AD" clId="Web-{82609CF7-AE5A-CB1A-9B40-6B78450D1840}" dt="2026-05-06T16:25:35.738" v="2"/>
        <pc:sldMkLst>
          <pc:docMk/>
          <pc:sldMk cId="0" sldId="260"/>
        </pc:sldMkLst>
      </pc:sldChg>
      <pc:sldChg chg="modSp">
        <pc:chgData name="Bjarte Lode" userId="S::bjarte@sanpro.no::aec39f21-7deb-44cb-ac2f-967f769f96aa" providerId="AD" clId="Web-{82609CF7-AE5A-CB1A-9B40-6B78450D1840}" dt="2026-05-06T16:29:00.127" v="8" actId="1076"/>
        <pc:sldMkLst>
          <pc:docMk/>
          <pc:sldMk cId="0" sldId="262"/>
        </pc:sldMkLst>
        <pc:spChg chg="mod">
          <ac:chgData name="Bjarte Lode" userId="S::bjarte@sanpro.no::aec39f21-7deb-44cb-ac2f-967f769f96aa" providerId="AD" clId="Web-{82609CF7-AE5A-CB1A-9B40-6B78450D1840}" dt="2026-05-06T16:29:00.127" v="8" actId="1076"/>
          <ac:spMkLst>
            <pc:docMk/>
            <pc:sldMk cId="0" sldId="262"/>
            <ac:spMk id="47" creationId="{00000000-0000-0000-0000-000000000000}"/>
          </ac:spMkLst>
        </pc:spChg>
        <pc:spChg chg="mod">
          <ac:chgData name="Bjarte Lode" userId="S::bjarte@sanpro.no::aec39f21-7deb-44cb-ac2f-967f769f96aa" providerId="AD" clId="Web-{82609CF7-AE5A-CB1A-9B40-6B78450D1840}" dt="2026-05-06T16:29:00.127" v="7" actId="1076"/>
          <ac:spMkLst>
            <pc:docMk/>
            <pc:sldMk cId="0" sldId="262"/>
            <ac:spMk id="48" creationId="{00000000-0000-0000-0000-000000000000}"/>
          </ac:spMkLst>
        </pc:spChg>
        <pc:spChg chg="mod">
          <ac:chgData name="Bjarte Lode" userId="S::bjarte@sanpro.no::aec39f21-7deb-44cb-ac2f-967f769f96aa" providerId="AD" clId="Web-{82609CF7-AE5A-CB1A-9B40-6B78450D1840}" dt="2026-05-06T16:29:00.127" v="6" actId="1076"/>
          <ac:spMkLst>
            <pc:docMk/>
            <pc:sldMk cId="0" sldId="262"/>
            <ac:spMk id="49" creationId="{00000000-0000-0000-0000-000000000000}"/>
          </ac:spMkLst>
        </pc:spChg>
      </pc:sldChg>
      <pc:sldChg chg="delSp modSp">
        <pc:chgData name="Bjarte Lode" userId="S::bjarte@sanpro.no::aec39f21-7deb-44cb-ac2f-967f769f96aa" providerId="AD" clId="Web-{82609CF7-AE5A-CB1A-9B40-6B78450D1840}" dt="2026-05-06T16:30:23.861" v="23" actId="14100"/>
        <pc:sldMkLst>
          <pc:docMk/>
          <pc:sldMk cId="0" sldId="263"/>
        </pc:sldMkLst>
        <pc:spChg chg="mod">
          <ac:chgData name="Bjarte Lode" userId="S::bjarte@sanpro.no::aec39f21-7deb-44cb-ac2f-967f769f96aa" providerId="AD" clId="Web-{82609CF7-AE5A-CB1A-9B40-6B78450D1840}" dt="2026-05-06T16:30:23.861" v="23" actId="14100"/>
          <ac:spMkLst>
            <pc:docMk/>
            <pc:sldMk cId="0" sldId="263"/>
            <ac:spMk id="5" creationId="{00000000-0000-0000-0000-000000000000}"/>
          </ac:spMkLst>
        </pc:spChg>
        <pc:spChg chg="mod">
          <ac:chgData name="Bjarte Lode" userId="S::bjarte@sanpro.no::aec39f21-7deb-44cb-ac2f-967f769f96aa" providerId="AD" clId="Web-{82609CF7-AE5A-CB1A-9B40-6B78450D1840}" dt="2026-05-06T16:29:12.486" v="11" actId="20577"/>
          <ac:spMkLst>
            <pc:docMk/>
            <pc:sldMk cId="0" sldId="263"/>
            <ac:spMk id="6" creationId="{00000000-0000-0000-0000-000000000000}"/>
          </ac:spMkLst>
        </pc:spChg>
      </pc:sldChg>
    </pc:docChg>
  </pc:docChgLst>
  <pc:docChgLst>
    <pc:chgData name="Bjarte Lode" userId="S::bjarte@sanpro.no::aec39f21-7deb-44cb-ac2f-967f769f96aa" providerId="AD" clId="Web-{4AC6D8C3-85E1-A3E1-3EE8-7F005D0A30F8}"/>
    <pc:docChg chg="modSld">
      <pc:chgData name="Bjarte Lode" userId="S::bjarte@sanpro.no::aec39f21-7deb-44cb-ac2f-967f769f96aa" providerId="AD" clId="Web-{4AC6D8C3-85E1-A3E1-3EE8-7F005D0A30F8}" dt="2026-05-06T17:53:28.261" v="2134"/>
      <pc:docMkLst>
        <pc:docMk/>
      </pc:docMkLst>
      <pc:sldChg chg="modSp">
        <pc:chgData name="Bjarte Lode" userId="S::bjarte@sanpro.no::aec39f21-7deb-44cb-ac2f-967f769f96aa" providerId="AD" clId="Web-{4AC6D8C3-85E1-A3E1-3EE8-7F005D0A30F8}" dt="2026-05-06T16:37:37.046" v="1" actId="14100"/>
        <pc:sldMkLst>
          <pc:docMk/>
          <pc:sldMk cId="0" sldId="258"/>
        </pc:sldMkLst>
        <pc:spChg chg="mod">
          <ac:chgData name="Bjarte Lode" userId="S::bjarte@sanpro.no::aec39f21-7deb-44cb-ac2f-967f769f96aa" providerId="AD" clId="Web-{4AC6D8C3-85E1-A3E1-3EE8-7F005D0A30F8}" dt="2026-05-06T16:37:37.046" v="1" actId="14100"/>
          <ac:spMkLst>
            <pc:docMk/>
            <pc:sldMk cId="0" sldId="258"/>
            <ac:spMk id="5" creationId="{00000000-0000-0000-0000-000000000000}"/>
          </ac:spMkLst>
        </pc:spChg>
      </pc:sldChg>
      <pc:sldChg chg="addSp delSp modSp">
        <pc:chgData name="Bjarte Lode" userId="S::bjarte@sanpro.no::aec39f21-7deb-44cb-ac2f-967f769f96aa" providerId="AD" clId="Web-{4AC6D8C3-85E1-A3E1-3EE8-7F005D0A30F8}" dt="2026-05-06T16:43:55.576" v="113" actId="20577"/>
        <pc:sldMkLst>
          <pc:docMk/>
          <pc:sldMk cId="0" sldId="264"/>
        </pc:sldMkLst>
        <pc:spChg chg="mod">
          <ac:chgData name="Bjarte Lode" userId="S::bjarte@sanpro.no::aec39f21-7deb-44cb-ac2f-967f769f96aa" providerId="AD" clId="Web-{4AC6D8C3-85E1-A3E1-3EE8-7F005D0A30F8}" dt="2026-05-06T16:42:55.936" v="98" actId="20577"/>
          <ac:spMkLst>
            <pc:docMk/>
            <pc:sldMk cId="0" sldId="264"/>
            <ac:spMk id="16" creationId="{00000000-0000-0000-0000-000000000000}"/>
          </ac:spMkLst>
        </pc:spChg>
        <pc:spChg chg="add del mod">
          <ac:chgData name="Bjarte Lode" userId="S::bjarte@sanpro.no::aec39f21-7deb-44cb-ac2f-967f769f96aa" providerId="AD" clId="Web-{4AC6D8C3-85E1-A3E1-3EE8-7F005D0A30F8}" dt="2026-05-06T16:43:39.123" v="109" actId="14100"/>
          <ac:spMkLst>
            <pc:docMk/>
            <pc:sldMk cId="0" sldId="264"/>
            <ac:spMk id="18" creationId="{00000000-0000-0000-0000-000000000000}"/>
          </ac:spMkLst>
        </pc:spChg>
        <pc:spChg chg="mod">
          <ac:chgData name="Bjarte Lode" userId="S::bjarte@sanpro.no::aec39f21-7deb-44cb-ac2f-967f769f96aa" providerId="AD" clId="Web-{4AC6D8C3-85E1-A3E1-3EE8-7F005D0A30F8}" dt="2026-05-06T16:43:55.576" v="113" actId="20577"/>
          <ac:spMkLst>
            <pc:docMk/>
            <pc:sldMk cId="0" sldId="264"/>
            <ac:spMk id="29" creationId="{00000000-0000-0000-0000-000000000000}"/>
          </ac:spMkLst>
        </pc:spChg>
      </pc:sldChg>
      <pc:sldChg chg="addSp delSp modSp">
        <pc:chgData name="Bjarte Lode" userId="S::bjarte@sanpro.no::aec39f21-7deb-44cb-ac2f-967f769f96aa" providerId="AD" clId="Web-{4AC6D8C3-85E1-A3E1-3EE8-7F005D0A30F8}" dt="2026-05-06T17:07:42.678" v="684" actId="20577"/>
        <pc:sldMkLst>
          <pc:docMk/>
          <pc:sldMk cId="0" sldId="265"/>
        </pc:sldMkLst>
        <pc:spChg chg="mod">
          <ac:chgData name="Bjarte Lode" userId="S::bjarte@sanpro.no::aec39f21-7deb-44cb-ac2f-967f769f96aa" providerId="AD" clId="Web-{4AC6D8C3-85E1-A3E1-3EE8-7F005D0A30F8}" dt="2026-05-06T17:07:42.678" v="684" actId="20577"/>
          <ac:spMkLst>
            <pc:docMk/>
            <pc:sldMk cId="0" sldId="265"/>
            <ac:spMk id="7" creationId="{00000000-0000-0000-0000-000000000000}"/>
          </ac:spMkLst>
        </pc:spChg>
        <pc:spChg chg="mod">
          <ac:chgData name="Bjarte Lode" userId="S::bjarte@sanpro.no::aec39f21-7deb-44cb-ac2f-967f769f96aa" providerId="AD" clId="Web-{4AC6D8C3-85E1-A3E1-3EE8-7F005D0A30F8}" dt="2026-05-06T17:06:22.522" v="624" actId="20577"/>
          <ac:spMkLst>
            <pc:docMk/>
            <pc:sldMk cId="0" sldId="265"/>
            <ac:spMk id="9" creationId="{00000000-0000-0000-0000-000000000000}"/>
          </ac:spMkLst>
        </pc:spChg>
        <pc:spChg chg="mod">
          <ac:chgData name="Bjarte Lode" userId="S::bjarte@sanpro.no::aec39f21-7deb-44cb-ac2f-967f769f96aa" providerId="AD" clId="Web-{4AC6D8C3-85E1-A3E1-3EE8-7F005D0A30F8}" dt="2026-05-06T16:49:57.433" v="398" actId="20577"/>
          <ac:spMkLst>
            <pc:docMk/>
            <pc:sldMk cId="0" sldId="265"/>
            <ac:spMk id="11" creationId="{00000000-0000-0000-0000-000000000000}"/>
          </ac:spMkLst>
        </pc:spChg>
        <pc:spChg chg="mod">
          <ac:chgData name="Bjarte Lode" userId="S::bjarte@sanpro.no::aec39f21-7deb-44cb-ac2f-967f769f96aa" providerId="AD" clId="Web-{4AC6D8C3-85E1-A3E1-3EE8-7F005D0A30F8}" dt="2026-05-06T17:06:19.194" v="620"/>
          <ac:spMkLst>
            <pc:docMk/>
            <pc:sldMk cId="0" sldId="265"/>
            <ac:spMk id="13" creationId="{00000000-0000-0000-0000-000000000000}"/>
          </ac:spMkLst>
        </pc:spChg>
        <pc:spChg chg="mod">
          <ac:chgData name="Bjarte Lode" userId="S::bjarte@sanpro.no::aec39f21-7deb-44cb-ac2f-967f769f96aa" providerId="AD" clId="Web-{4AC6D8C3-85E1-A3E1-3EE8-7F005D0A30F8}" dt="2026-05-06T17:04:47.179" v="612" actId="20577"/>
          <ac:spMkLst>
            <pc:docMk/>
            <pc:sldMk cId="0" sldId="265"/>
            <ac:spMk id="14" creationId="{00000000-0000-0000-0000-000000000000}"/>
          </ac:spMkLst>
        </pc:spChg>
        <pc:spChg chg="mod">
          <ac:chgData name="Bjarte Lode" userId="S::bjarte@sanpro.no::aec39f21-7deb-44cb-ac2f-967f769f96aa" providerId="AD" clId="Web-{4AC6D8C3-85E1-A3E1-3EE8-7F005D0A30F8}" dt="2026-05-06T17:06:19.241" v="621"/>
          <ac:spMkLst>
            <pc:docMk/>
            <pc:sldMk cId="0" sldId="265"/>
            <ac:spMk id="17" creationId="{00000000-0000-0000-0000-000000000000}"/>
          </ac:spMkLst>
        </pc:spChg>
        <pc:spChg chg="mod">
          <ac:chgData name="Bjarte Lode" userId="S::bjarte@sanpro.no::aec39f21-7deb-44cb-ac2f-967f769f96aa" providerId="AD" clId="Web-{4AC6D8C3-85E1-A3E1-3EE8-7F005D0A30F8}" dt="2026-05-06T16:54:35.682" v="401" actId="20577"/>
          <ac:spMkLst>
            <pc:docMk/>
            <pc:sldMk cId="0" sldId="265"/>
            <ac:spMk id="18" creationId="{00000000-0000-0000-0000-000000000000}"/>
          </ac:spMkLst>
        </pc:spChg>
        <pc:spChg chg="mod">
          <ac:chgData name="Bjarte Lode" userId="S::bjarte@sanpro.no::aec39f21-7deb-44cb-ac2f-967f769f96aa" providerId="AD" clId="Web-{4AC6D8C3-85E1-A3E1-3EE8-7F005D0A30F8}" dt="2026-05-06T17:06:19.303" v="622"/>
          <ac:spMkLst>
            <pc:docMk/>
            <pc:sldMk cId="0" sldId="265"/>
            <ac:spMk id="21" creationId="{00000000-0000-0000-0000-000000000000}"/>
          </ac:spMkLst>
        </pc:spChg>
        <pc:spChg chg="mod">
          <ac:chgData name="Bjarte Lode" userId="S::bjarte@sanpro.no::aec39f21-7deb-44cb-ac2f-967f769f96aa" providerId="AD" clId="Web-{4AC6D8C3-85E1-A3E1-3EE8-7F005D0A30F8}" dt="2026-05-06T17:02:40.743" v="604" actId="20577"/>
          <ac:spMkLst>
            <pc:docMk/>
            <pc:sldMk cId="0" sldId="265"/>
            <ac:spMk id="22" creationId="{00000000-0000-0000-0000-000000000000}"/>
          </ac:spMkLst>
        </pc:spChg>
        <pc:spChg chg="mod">
          <ac:chgData name="Bjarte Lode" userId="S::bjarte@sanpro.no::aec39f21-7deb-44cb-ac2f-967f769f96aa" providerId="AD" clId="Web-{4AC6D8C3-85E1-A3E1-3EE8-7F005D0A30F8}" dt="2026-05-06T16:57:48.384" v="472" actId="20577"/>
          <ac:spMkLst>
            <pc:docMk/>
            <pc:sldMk cId="0" sldId="265"/>
            <ac:spMk id="23" creationId="{00000000-0000-0000-0000-000000000000}"/>
          </ac:spMkLst>
        </pc:spChg>
        <pc:spChg chg="mod">
          <ac:chgData name="Bjarte Lode" userId="S::bjarte@sanpro.no::aec39f21-7deb-44cb-ac2f-967f769f96aa" providerId="AD" clId="Web-{4AC6D8C3-85E1-A3E1-3EE8-7F005D0A30F8}" dt="2026-05-06T17:06:01.085" v="618" actId="20577"/>
          <ac:spMkLst>
            <pc:docMk/>
            <pc:sldMk cId="0" sldId="265"/>
            <ac:spMk id="25" creationId="{00000000-0000-0000-0000-000000000000}"/>
          </ac:spMkLst>
        </pc:spChg>
        <pc:spChg chg="mod">
          <ac:chgData name="Bjarte Lode" userId="S::bjarte@sanpro.no::aec39f21-7deb-44cb-ac2f-967f769f96aa" providerId="AD" clId="Web-{4AC6D8C3-85E1-A3E1-3EE8-7F005D0A30F8}" dt="2026-05-06T17:02:05.962" v="590" actId="20577"/>
          <ac:spMkLst>
            <pc:docMk/>
            <pc:sldMk cId="0" sldId="265"/>
            <ac:spMk id="27" creationId="{00000000-0000-0000-0000-000000000000}"/>
          </ac:spMkLst>
        </pc:spChg>
        <pc:spChg chg="mod">
          <ac:chgData name="Bjarte Lode" userId="S::bjarte@sanpro.no::aec39f21-7deb-44cb-ac2f-967f769f96aa" providerId="AD" clId="Web-{4AC6D8C3-85E1-A3E1-3EE8-7F005D0A30F8}" dt="2026-05-06T17:06:19.350" v="623"/>
          <ac:spMkLst>
            <pc:docMk/>
            <pc:sldMk cId="0" sldId="265"/>
            <ac:spMk id="30" creationId="{00000000-0000-0000-0000-000000000000}"/>
          </ac:spMkLst>
        </pc:spChg>
      </pc:sldChg>
      <pc:sldChg chg="modSp modNotes">
        <pc:chgData name="Bjarte Lode" userId="S::bjarte@sanpro.no::aec39f21-7deb-44cb-ac2f-967f769f96aa" providerId="AD" clId="Web-{4AC6D8C3-85E1-A3E1-3EE8-7F005D0A30F8}" dt="2026-05-06T17:17:44.192" v="959" actId="20577"/>
        <pc:sldMkLst>
          <pc:docMk/>
          <pc:sldMk cId="0" sldId="266"/>
        </pc:sldMkLst>
        <pc:spChg chg="mod">
          <ac:chgData name="Bjarte Lode" userId="S::bjarte@sanpro.no::aec39f21-7deb-44cb-ac2f-967f769f96aa" providerId="AD" clId="Web-{4AC6D8C3-85E1-A3E1-3EE8-7F005D0A30F8}" dt="2026-05-06T17:10:47.928" v="729" actId="20577"/>
          <ac:spMkLst>
            <pc:docMk/>
            <pc:sldMk cId="0" sldId="266"/>
            <ac:spMk id="7" creationId="{00000000-0000-0000-0000-000000000000}"/>
          </ac:spMkLst>
        </pc:spChg>
        <pc:spChg chg="mod">
          <ac:chgData name="Bjarte Lode" userId="S::bjarte@sanpro.no::aec39f21-7deb-44cb-ac2f-967f769f96aa" providerId="AD" clId="Web-{4AC6D8C3-85E1-A3E1-3EE8-7F005D0A30F8}" dt="2026-05-06T17:17:44.192" v="959" actId="20577"/>
          <ac:spMkLst>
            <pc:docMk/>
            <pc:sldMk cId="0" sldId="266"/>
            <ac:spMk id="8" creationId="{00000000-0000-0000-0000-000000000000}"/>
          </ac:spMkLst>
        </pc:spChg>
      </pc:sldChg>
      <pc:sldChg chg="modSp modNotes">
        <pc:chgData name="Bjarte Lode" userId="S::bjarte@sanpro.no::aec39f21-7deb-44cb-ac2f-967f769f96aa" providerId="AD" clId="Web-{4AC6D8C3-85E1-A3E1-3EE8-7F005D0A30F8}" dt="2026-05-06T17:28:43.532" v="1593" actId="20577"/>
        <pc:sldMkLst>
          <pc:docMk/>
          <pc:sldMk cId="0" sldId="267"/>
        </pc:sldMkLst>
        <pc:spChg chg="mod">
          <ac:chgData name="Bjarte Lode" userId="S::bjarte@sanpro.no::aec39f21-7deb-44cb-ac2f-967f769f96aa" providerId="AD" clId="Web-{4AC6D8C3-85E1-A3E1-3EE8-7F005D0A30F8}" dt="2026-05-06T17:21:17.050" v="1020" actId="20577"/>
          <ac:spMkLst>
            <pc:docMk/>
            <pc:sldMk cId="0" sldId="267"/>
            <ac:spMk id="7" creationId="{00000000-0000-0000-0000-000000000000}"/>
          </ac:spMkLst>
        </pc:spChg>
        <pc:spChg chg="mod">
          <ac:chgData name="Bjarte Lode" userId="S::bjarte@sanpro.no::aec39f21-7deb-44cb-ac2f-967f769f96aa" providerId="AD" clId="Web-{4AC6D8C3-85E1-A3E1-3EE8-7F005D0A30F8}" dt="2026-05-06T17:19:23.754" v="975" actId="20577"/>
          <ac:spMkLst>
            <pc:docMk/>
            <pc:sldMk cId="0" sldId="267"/>
            <ac:spMk id="8" creationId="{00000000-0000-0000-0000-000000000000}"/>
          </ac:spMkLst>
        </pc:spChg>
        <pc:spChg chg="mod">
          <ac:chgData name="Bjarte Lode" userId="S::bjarte@sanpro.no::aec39f21-7deb-44cb-ac2f-967f769f96aa" providerId="AD" clId="Web-{4AC6D8C3-85E1-A3E1-3EE8-7F005D0A30F8}" dt="2026-05-06T17:27:45.345" v="1582" actId="14100"/>
          <ac:spMkLst>
            <pc:docMk/>
            <pc:sldMk cId="0" sldId="267"/>
            <ac:spMk id="9" creationId="{00000000-0000-0000-0000-000000000000}"/>
          </ac:spMkLst>
        </pc:spChg>
        <pc:spChg chg="mod">
          <ac:chgData name="Bjarte Lode" userId="S::bjarte@sanpro.no::aec39f21-7deb-44cb-ac2f-967f769f96aa" providerId="AD" clId="Web-{4AC6D8C3-85E1-A3E1-3EE8-7F005D0A30F8}" dt="2026-05-06T17:27:41.142" v="1579" actId="1076"/>
          <ac:spMkLst>
            <pc:docMk/>
            <pc:sldMk cId="0" sldId="267"/>
            <ac:spMk id="10" creationId="{00000000-0000-0000-0000-000000000000}"/>
          </ac:spMkLst>
        </pc:spChg>
        <pc:spChg chg="mod">
          <ac:chgData name="Bjarte Lode" userId="S::bjarte@sanpro.no::aec39f21-7deb-44cb-ac2f-967f769f96aa" providerId="AD" clId="Web-{4AC6D8C3-85E1-A3E1-3EE8-7F005D0A30F8}" dt="2026-05-06T17:28:43.532" v="1593" actId="20577"/>
          <ac:spMkLst>
            <pc:docMk/>
            <pc:sldMk cId="0" sldId="267"/>
            <ac:spMk id="11" creationId="{00000000-0000-0000-0000-000000000000}"/>
          </ac:spMkLst>
        </pc:spChg>
        <pc:spChg chg="mod">
          <ac:chgData name="Bjarte Lode" userId="S::bjarte@sanpro.no::aec39f21-7deb-44cb-ac2f-967f769f96aa" providerId="AD" clId="Web-{4AC6D8C3-85E1-A3E1-3EE8-7F005D0A30F8}" dt="2026-05-06T17:27:41.173" v="1581" actId="1076"/>
          <ac:spMkLst>
            <pc:docMk/>
            <pc:sldMk cId="0" sldId="267"/>
            <ac:spMk id="12" creationId="{00000000-0000-0000-0000-000000000000}"/>
          </ac:spMkLst>
        </pc:spChg>
      </pc:sldChg>
      <pc:sldChg chg="modSp modNotes">
        <pc:chgData name="Bjarte Lode" userId="S::bjarte@sanpro.no::aec39f21-7deb-44cb-ac2f-967f769f96aa" providerId="AD" clId="Web-{4AC6D8C3-85E1-A3E1-3EE8-7F005D0A30F8}" dt="2026-05-06T17:53:28.261" v="2134"/>
        <pc:sldMkLst>
          <pc:docMk/>
          <pc:sldMk cId="0" sldId="268"/>
        </pc:sldMkLst>
        <pc:spChg chg="mod">
          <ac:chgData name="Bjarte Lode" userId="S::bjarte@sanpro.no::aec39f21-7deb-44cb-ac2f-967f769f96aa" providerId="AD" clId="Web-{4AC6D8C3-85E1-A3E1-3EE8-7F005D0A30F8}" dt="2026-05-06T17:29:35.704" v="1604" actId="20577"/>
          <ac:spMkLst>
            <pc:docMk/>
            <pc:sldMk cId="0" sldId="268"/>
            <ac:spMk id="7" creationId="{00000000-0000-0000-0000-000000000000}"/>
          </ac:spMkLst>
        </pc:spChg>
        <pc:spChg chg="mod">
          <ac:chgData name="Bjarte Lode" userId="S::bjarte@sanpro.no::aec39f21-7deb-44cb-ac2f-967f769f96aa" providerId="AD" clId="Web-{4AC6D8C3-85E1-A3E1-3EE8-7F005D0A30F8}" dt="2026-05-06T17:30:34.626" v="1630" actId="20577"/>
          <ac:spMkLst>
            <pc:docMk/>
            <pc:sldMk cId="0" sldId="268"/>
            <ac:spMk id="10" creationId="{00000000-0000-0000-0000-000000000000}"/>
          </ac:spMkLst>
        </pc:spChg>
        <pc:spChg chg="mod">
          <ac:chgData name="Bjarte Lode" userId="S::bjarte@sanpro.no::aec39f21-7deb-44cb-ac2f-967f769f96aa" providerId="AD" clId="Web-{4AC6D8C3-85E1-A3E1-3EE8-7F005D0A30F8}" dt="2026-05-06T17:31:21.001" v="1706" actId="20577"/>
          <ac:spMkLst>
            <pc:docMk/>
            <pc:sldMk cId="0" sldId="268"/>
            <ac:spMk id="11" creationId="{00000000-0000-0000-0000-000000000000}"/>
          </ac:spMkLst>
        </pc:spChg>
        <pc:spChg chg="mod">
          <ac:chgData name="Bjarte Lode" userId="S::bjarte@sanpro.no::aec39f21-7deb-44cb-ac2f-967f769f96aa" providerId="AD" clId="Web-{4AC6D8C3-85E1-A3E1-3EE8-7F005D0A30F8}" dt="2026-05-06T17:30:42.610" v="1631" actId="1076"/>
          <ac:spMkLst>
            <pc:docMk/>
            <pc:sldMk cId="0" sldId="268"/>
            <ac:spMk id="14" creationId="{00000000-0000-0000-0000-000000000000}"/>
          </ac:spMkLst>
        </pc:spChg>
        <pc:spChg chg="mod">
          <ac:chgData name="Bjarte Lode" userId="S::bjarte@sanpro.no::aec39f21-7deb-44cb-ac2f-967f769f96aa" providerId="AD" clId="Web-{4AC6D8C3-85E1-A3E1-3EE8-7F005D0A30F8}" dt="2026-05-06T17:31:29.641" v="1707" actId="20577"/>
          <ac:spMkLst>
            <pc:docMk/>
            <pc:sldMk cId="0" sldId="268"/>
            <ac:spMk id="15" creationId="{00000000-0000-0000-0000-000000000000}"/>
          </ac:spMkLst>
        </pc:spChg>
      </pc:sldChg>
      <pc:sldChg chg="delSp modSp modNotes">
        <pc:chgData name="Bjarte Lode" userId="S::bjarte@sanpro.no::aec39f21-7deb-44cb-ac2f-967f769f96aa" providerId="AD" clId="Web-{4AC6D8C3-85E1-A3E1-3EE8-7F005D0A30F8}" dt="2026-05-06T17:53:25.620" v="2133"/>
        <pc:sldMkLst>
          <pc:docMk/>
          <pc:sldMk cId="0" sldId="269"/>
        </pc:sldMkLst>
        <pc:spChg chg="mod">
          <ac:chgData name="Bjarte Lode" userId="S::bjarte@sanpro.no::aec39f21-7deb-44cb-ac2f-967f769f96aa" providerId="AD" clId="Web-{4AC6D8C3-85E1-A3E1-3EE8-7F005D0A30F8}" dt="2026-05-06T17:32:37.907" v="1770" actId="1076"/>
          <ac:spMkLst>
            <pc:docMk/>
            <pc:sldMk cId="0" sldId="269"/>
            <ac:spMk id="6" creationId="{00000000-0000-0000-0000-000000000000}"/>
          </ac:spMkLst>
        </pc:spChg>
        <pc:spChg chg="mod">
          <ac:chgData name="Bjarte Lode" userId="S::bjarte@sanpro.no::aec39f21-7deb-44cb-ac2f-967f769f96aa" providerId="AD" clId="Web-{4AC6D8C3-85E1-A3E1-3EE8-7F005D0A30F8}" dt="2026-05-06T17:32:34.704" v="1752" actId="1076"/>
          <ac:spMkLst>
            <pc:docMk/>
            <pc:sldMk cId="0" sldId="269"/>
            <ac:spMk id="7" creationId="{00000000-0000-0000-0000-000000000000}"/>
          </ac:spMkLst>
        </pc:spChg>
        <pc:spChg chg="mod">
          <ac:chgData name="Bjarte Lode" userId="S::bjarte@sanpro.no::aec39f21-7deb-44cb-ac2f-967f769f96aa" providerId="AD" clId="Web-{4AC6D8C3-85E1-A3E1-3EE8-7F005D0A30F8}" dt="2026-05-06T17:32:34.719" v="1753" actId="1076"/>
          <ac:spMkLst>
            <pc:docMk/>
            <pc:sldMk cId="0" sldId="269"/>
            <ac:spMk id="8" creationId="{00000000-0000-0000-0000-000000000000}"/>
          </ac:spMkLst>
        </pc:spChg>
        <pc:spChg chg="mod">
          <ac:chgData name="Bjarte Lode" userId="S::bjarte@sanpro.no::aec39f21-7deb-44cb-ac2f-967f769f96aa" providerId="AD" clId="Web-{4AC6D8C3-85E1-A3E1-3EE8-7F005D0A30F8}" dt="2026-05-06T17:32:34.751" v="1754" actId="1076"/>
          <ac:spMkLst>
            <pc:docMk/>
            <pc:sldMk cId="0" sldId="269"/>
            <ac:spMk id="9" creationId="{00000000-0000-0000-0000-000000000000}"/>
          </ac:spMkLst>
        </pc:spChg>
        <pc:spChg chg="mod">
          <ac:chgData name="Bjarte Lode" userId="S::bjarte@sanpro.no::aec39f21-7deb-44cb-ac2f-967f769f96aa" providerId="AD" clId="Web-{4AC6D8C3-85E1-A3E1-3EE8-7F005D0A30F8}" dt="2026-05-06T17:32:34.766" v="1755" actId="1076"/>
          <ac:spMkLst>
            <pc:docMk/>
            <pc:sldMk cId="0" sldId="269"/>
            <ac:spMk id="10" creationId="{00000000-0000-0000-0000-000000000000}"/>
          </ac:spMkLst>
        </pc:spChg>
        <pc:spChg chg="mod">
          <ac:chgData name="Bjarte Lode" userId="S::bjarte@sanpro.no::aec39f21-7deb-44cb-ac2f-967f769f96aa" providerId="AD" clId="Web-{4AC6D8C3-85E1-A3E1-3EE8-7F005D0A30F8}" dt="2026-05-06T17:32:34.797" v="1756" actId="1076"/>
          <ac:spMkLst>
            <pc:docMk/>
            <pc:sldMk cId="0" sldId="269"/>
            <ac:spMk id="11" creationId="{00000000-0000-0000-0000-000000000000}"/>
          </ac:spMkLst>
        </pc:spChg>
        <pc:spChg chg="mod">
          <ac:chgData name="Bjarte Lode" userId="S::bjarte@sanpro.no::aec39f21-7deb-44cb-ac2f-967f769f96aa" providerId="AD" clId="Web-{4AC6D8C3-85E1-A3E1-3EE8-7F005D0A30F8}" dt="2026-05-06T17:32:34.813" v="1757" actId="1076"/>
          <ac:spMkLst>
            <pc:docMk/>
            <pc:sldMk cId="0" sldId="269"/>
            <ac:spMk id="12" creationId="{00000000-0000-0000-0000-000000000000}"/>
          </ac:spMkLst>
        </pc:spChg>
        <pc:spChg chg="mod">
          <ac:chgData name="Bjarte Lode" userId="S::bjarte@sanpro.no::aec39f21-7deb-44cb-ac2f-967f769f96aa" providerId="AD" clId="Web-{4AC6D8C3-85E1-A3E1-3EE8-7F005D0A30F8}" dt="2026-05-06T17:32:34.844" v="1758" actId="1076"/>
          <ac:spMkLst>
            <pc:docMk/>
            <pc:sldMk cId="0" sldId="269"/>
            <ac:spMk id="13" creationId="{00000000-0000-0000-0000-000000000000}"/>
          </ac:spMkLst>
        </pc:spChg>
        <pc:spChg chg="mod">
          <ac:chgData name="Bjarte Lode" userId="S::bjarte@sanpro.no::aec39f21-7deb-44cb-ac2f-967f769f96aa" providerId="AD" clId="Web-{4AC6D8C3-85E1-A3E1-3EE8-7F005D0A30F8}" dt="2026-05-06T17:32:34.860" v="1759" actId="1076"/>
          <ac:spMkLst>
            <pc:docMk/>
            <pc:sldMk cId="0" sldId="269"/>
            <ac:spMk id="14" creationId="{00000000-0000-0000-0000-000000000000}"/>
          </ac:spMkLst>
        </pc:spChg>
        <pc:spChg chg="mod">
          <ac:chgData name="Bjarte Lode" userId="S::bjarte@sanpro.no::aec39f21-7deb-44cb-ac2f-967f769f96aa" providerId="AD" clId="Web-{4AC6D8C3-85E1-A3E1-3EE8-7F005D0A30F8}" dt="2026-05-06T17:32:34.876" v="1760" actId="1076"/>
          <ac:spMkLst>
            <pc:docMk/>
            <pc:sldMk cId="0" sldId="269"/>
            <ac:spMk id="15" creationId="{00000000-0000-0000-0000-000000000000}"/>
          </ac:spMkLst>
        </pc:spChg>
        <pc:spChg chg="mod">
          <ac:chgData name="Bjarte Lode" userId="S::bjarte@sanpro.no::aec39f21-7deb-44cb-ac2f-967f769f96aa" providerId="AD" clId="Web-{4AC6D8C3-85E1-A3E1-3EE8-7F005D0A30F8}" dt="2026-05-06T17:32:34.907" v="1761" actId="1076"/>
          <ac:spMkLst>
            <pc:docMk/>
            <pc:sldMk cId="0" sldId="269"/>
            <ac:spMk id="16" creationId="{00000000-0000-0000-0000-000000000000}"/>
          </ac:spMkLst>
        </pc:spChg>
        <pc:spChg chg="mod">
          <ac:chgData name="Bjarte Lode" userId="S::bjarte@sanpro.no::aec39f21-7deb-44cb-ac2f-967f769f96aa" providerId="AD" clId="Web-{4AC6D8C3-85E1-A3E1-3EE8-7F005D0A30F8}" dt="2026-05-06T17:32:34.938" v="1762" actId="1076"/>
          <ac:spMkLst>
            <pc:docMk/>
            <pc:sldMk cId="0" sldId="269"/>
            <ac:spMk id="17" creationId="{00000000-0000-0000-0000-000000000000}"/>
          </ac:spMkLst>
        </pc:spChg>
        <pc:spChg chg="mod">
          <ac:chgData name="Bjarte Lode" userId="S::bjarte@sanpro.no::aec39f21-7deb-44cb-ac2f-967f769f96aa" providerId="AD" clId="Web-{4AC6D8C3-85E1-A3E1-3EE8-7F005D0A30F8}" dt="2026-05-06T17:32:34.969" v="1763" actId="1076"/>
          <ac:spMkLst>
            <pc:docMk/>
            <pc:sldMk cId="0" sldId="269"/>
            <ac:spMk id="18" creationId="{00000000-0000-0000-0000-000000000000}"/>
          </ac:spMkLst>
        </pc:spChg>
        <pc:spChg chg="mod">
          <ac:chgData name="Bjarte Lode" userId="S::bjarte@sanpro.no::aec39f21-7deb-44cb-ac2f-967f769f96aa" providerId="AD" clId="Web-{4AC6D8C3-85E1-A3E1-3EE8-7F005D0A30F8}" dt="2026-05-06T17:32:34.985" v="1764" actId="1076"/>
          <ac:spMkLst>
            <pc:docMk/>
            <pc:sldMk cId="0" sldId="269"/>
            <ac:spMk id="19" creationId="{00000000-0000-0000-0000-000000000000}"/>
          </ac:spMkLst>
        </pc:spChg>
        <pc:spChg chg="mod">
          <ac:chgData name="Bjarte Lode" userId="S::bjarte@sanpro.no::aec39f21-7deb-44cb-ac2f-967f769f96aa" providerId="AD" clId="Web-{4AC6D8C3-85E1-A3E1-3EE8-7F005D0A30F8}" dt="2026-05-06T17:32:35.016" v="1765" actId="1076"/>
          <ac:spMkLst>
            <pc:docMk/>
            <pc:sldMk cId="0" sldId="269"/>
            <ac:spMk id="20" creationId="{00000000-0000-0000-0000-000000000000}"/>
          </ac:spMkLst>
        </pc:spChg>
        <pc:spChg chg="mod">
          <ac:chgData name="Bjarte Lode" userId="S::bjarte@sanpro.no::aec39f21-7deb-44cb-ac2f-967f769f96aa" providerId="AD" clId="Web-{4AC6D8C3-85E1-A3E1-3EE8-7F005D0A30F8}" dt="2026-05-06T17:32:35.032" v="1766" actId="1076"/>
          <ac:spMkLst>
            <pc:docMk/>
            <pc:sldMk cId="0" sldId="269"/>
            <ac:spMk id="21" creationId="{00000000-0000-0000-0000-000000000000}"/>
          </ac:spMkLst>
        </pc:spChg>
        <pc:spChg chg="mod">
          <ac:chgData name="Bjarte Lode" userId="S::bjarte@sanpro.no::aec39f21-7deb-44cb-ac2f-967f769f96aa" providerId="AD" clId="Web-{4AC6D8C3-85E1-A3E1-3EE8-7F005D0A30F8}" dt="2026-05-06T17:32:35.063" v="1767" actId="1076"/>
          <ac:spMkLst>
            <pc:docMk/>
            <pc:sldMk cId="0" sldId="269"/>
            <ac:spMk id="22" creationId="{00000000-0000-0000-0000-000000000000}"/>
          </ac:spMkLst>
        </pc:spChg>
        <pc:spChg chg="mod">
          <ac:chgData name="Bjarte Lode" userId="S::bjarte@sanpro.no::aec39f21-7deb-44cb-ac2f-967f769f96aa" providerId="AD" clId="Web-{4AC6D8C3-85E1-A3E1-3EE8-7F005D0A30F8}" dt="2026-05-06T17:32:35.079" v="1768" actId="1076"/>
          <ac:spMkLst>
            <pc:docMk/>
            <pc:sldMk cId="0" sldId="269"/>
            <ac:spMk id="23" creationId="{00000000-0000-0000-0000-000000000000}"/>
          </ac:spMkLst>
        </pc:spChg>
        <pc:spChg chg="mod">
          <ac:chgData name="Bjarte Lode" userId="S::bjarte@sanpro.no::aec39f21-7deb-44cb-ac2f-967f769f96aa" providerId="AD" clId="Web-{4AC6D8C3-85E1-A3E1-3EE8-7F005D0A30F8}" dt="2026-05-06T17:32:35.110" v="1769" actId="1076"/>
          <ac:spMkLst>
            <pc:docMk/>
            <pc:sldMk cId="0" sldId="269"/>
            <ac:spMk id="24" creationId="{00000000-0000-0000-0000-000000000000}"/>
          </ac:spMkLst>
        </pc:spChg>
      </pc:sldChg>
      <pc:sldChg chg="modSp modNotes">
        <pc:chgData name="Bjarte Lode" userId="S::bjarte@sanpro.no::aec39f21-7deb-44cb-ac2f-967f769f96aa" providerId="AD" clId="Web-{4AC6D8C3-85E1-A3E1-3EE8-7F005D0A30F8}" dt="2026-05-06T17:53:21.464" v="2132"/>
        <pc:sldMkLst>
          <pc:docMk/>
          <pc:sldMk cId="0" sldId="270"/>
        </pc:sldMkLst>
        <pc:spChg chg="mod">
          <ac:chgData name="Bjarte Lode" userId="S::bjarte@sanpro.no::aec39f21-7deb-44cb-ac2f-967f769f96aa" providerId="AD" clId="Web-{4AC6D8C3-85E1-A3E1-3EE8-7F005D0A30F8}" dt="2026-05-06T17:32:53.829" v="1771" actId="1076"/>
          <ac:spMkLst>
            <pc:docMk/>
            <pc:sldMk cId="0" sldId="270"/>
            <ac:spMk id="19" creationId="{00000000-0000-0000-0000-000000000000}"/>
          </ac:spMkLst>
        </pc:spChg>
      </pc:sldChg>
      <pc:sldChg chg="modSp modNotes">
        <pc:chgData name="Bjarte Lode" userId="S::bjarte@sanpro.no::aec39f21-7deb-44cb-ac2f-967f769f96aa" providerId="AD" clId="Web-{4AC6D8C3-85E1-A3E1-3EE8-7F005D0A30F8}" dt="2026-05-06T17:53:18.151" v="2131"/>
        <pc:sldMkLst>
          <pc:docMk/>
          <pc:sldMk cId="0" sldId="271"/>
        </pc:sldMkLst>
        <pc:spChg chg="mod">
          <ac:chgData name="Bjarte Lode" userId="S::bjarte@sanpro.no::aec39f21-7deb-44cb-ac2f-967f769f96aa" providerId="AD" clId="Web-{4AC6D8C3-85E1-A3E1-3EE8-7F005D0A30F8}" dt="2026-05-06T17:35:30.735" v="1824" actId="20577"/>
          <ac:spMkLst>
            <pc:docMk/>
            <pc:sldMk cId="0" sldId="271"/>
            <ac:spMk id="10" creationId="{00000000-0000-0000-0000-000000000000}"/>
          </ac:spMkLst>
        </pc:spChg>
      </pc:sldChg>
      <pc:sldChg chg="addSp delSp modNotes">
        <pc:chgData name="Bjarte Lode" userId="S::bjarte@sanpro.no::aec39f21-7deb-44cb-ac2f-967f769f96aa" providerId="AD" clId="Web-{4AC6D8C3-85E1-A3E1-3EE8-7F005D0A30F8}" dt="2026-05-06T17:53:15.292" v="2130"/>
        <pc:sldMkLst>
          <pc:docMk/>
          <pc:sldMk cId="0" sldId="272"/>
        </pc:sldMkLst>
        <pc:spChg chg="add del">
          <ac:chgData name="Bjarte Lode" userId="S::bjarte@sanpro.no::aec39f21-7deb-44cb-ac2f-967f769f96aa" providerId="AD" clId="Web-{4AC6D8C3-85E1-A3E1-3EE8-7F005D0A30F8}" dt="2026-05-06T17:35:24.844" v="1814"/>
          <ac:spMkLst>
            <pc:docMk/>
            <pc:sldMk cId="0" sldId="272"/>
            <ac:spMk id="16" creationId="{00000000-0000-0000-0000-000000000000}"/>
          </ac:spMkLst>
        </pc:spChg>
        <pc:spChg chg="add del">
          <ac:chgData name="Bjarte Lode" userId="S::bjarte@sanpro.no::aec39f21-7deb-44cb-ac2f-967f769f96aa" providerId="AD" clId="Web-{4AC6D8C3-85E1-A3E1-3EE8-7F005D0A30F8}" dt="2026-05-06T17:35:25.828" v="1816"/>
          <ac:spMkLst>
            <pc:docMk/>
            <pc:sldMk cId="0" sldId="272"/>
            <ac:spMk id="20" creationId="{00000000-0000-0000-0000-000000000000}"/>
          </ac:spMkLst>
        </pc:spChg>
        <pc:spChg chg="add del">
          <ac:chgData name="Bjarte Lode" userId="S::bjarte@sanpro.no::aec39f21-7deb-44cb-ac2f-967f769f96aa" providerId="AD" clId="Web-{4AC6D8C3-85E1-A3E1-3EE8-7F005D0A30F8}" dt="2026-05-06T17:35:25.344" v="1815"/>
          <ac:spMkLst>
            <pc:docMk/>
            <pc:sldMk cId="0" sldId="272"/>
            <ac:spMk id="24" creationId="{00000000-0000-0000-0000-000000000000}"/>
          </ac:spMkLst>
        </pc:spChg>
        <pc:spChg chg="add del">
          <ac:chgData name="Bjarte Lode" userId="S::bjarte@sanpro.no::aec39f21-7deb-44cb-ac2f-967f769f96aa" providerId="AD" clId="Web-{4AC6D8C3-85E1-A3E1-3EE8-7F005D0A30F8}" dt="2026-05-06T17:35:26.313" v="1817"/>
          <ac:spMkLst>
            <pc:docMk/>
            <pc:sldMk cId="0" sldId="272"/>
            <ac:spMk id="28" creationId="{00000000-0000-0000-0000-000000000000}"/>
          </ac:spMkLst>
        </pc:spChg>
      </pc:sldChg>
      <pc:sldChg chg="modSp modNotes">
        <pc:chgData name="Bjarte Lode" userId="S::bjarte@sanpro.no::aec39f21-7deb-44cb-ac2f-967f769f96aa" providerId="AD" clId="Web-{4AC6D8C3-85E1-A3E1-3EE8-7F005D0A30F8}" dt="2026-05-06T17:53:12.105" v="2129"/>
        <pc:sldMkLst>
          <pc:docMk/>
          <pc:sldMk cId="0" sldId="273"/>
        </pc:sldMkLst>
        <pc:spChg chg="mod">
          <ac:chgData name="Bjarte Lode" userId="S::bjarte@sanpro.no::aec39f21-7deb-44cb-ac2f-967f769f96aa" providerId="AD" clId="Web-{4AC6D8C3-85E1-A3E1-3EE8-7F005D0A30F8}" dt="2026-05-06T17:37:03.187" v="1834" actId="20577"/>
          <ac:spMkLst>
            <pc:docMk/>
            <pc:sldMk cId="0" sldId="273"/>
            <ac:spMk id="18" creationId="{00000000-0000-0000-0000-000000000000}"/>
          </ac:spMkLst>
        </pc:spChg>
      </pc:sldChg>
      <pc:sldChg chg="modNotes">
        <pc:chgData name="Bjarte Lode" userId="S::bjarte@sanpro.no::aec39f21-7deb-44cb-ac2f-967f769f96aa" providerId="AD" clId="Web-{4AC6D8C3-85E1-A3E1-3EE8-7F005D0A30F8}" dt="2026-05-06T17:53:08.745" v="2128"/>
        <pc:sldMkLst>
          <pc:docMk/>
          <pc:sldMk cId="0" sldId="274"/>
        </pc:sldMkLst>
      </pc:sldChg>
      <pc:sldChg chg="delSp modSp modNotes">
        <pc:chgData name="Bjarte Lode" userId="S::bjarte@sanpro.no::aec39f21-7deb-44cb-ac2f-967f769f96aa" providerId="AD" clId="Web-{4AC6D8C3-85E1-A3E1-3EE8-7F005D0A30F8}" dt="2026-05-06T17:49:14.731" v="2086" actId="1076"/>
        <pc:sldMkLst>
          <pc:docMk/>
          <pc:sldMk cId="0" sldId="275"/>
        </pc:sldMkLst>
        <pc:spChg chg="mod">
          <ac:chgData name="Bjarte Lode" userId="S::bjarte@sanpro.no::aec39f21-7deb-44cb-ac2f-967f769f96aa" providerId="AD" clId="Web-{4AC6D8C3-85E1-A3E1-3EE8-7F005D0A30F8}" dt="2026-05-06T17:49:14.699" v="2085" actId="1076"/>
          <ac:spMkLst>
            <pc:docMk/>
            <pc:sldMk cId="0" sldId="275"/>
            <ac:spMk id="6" creationId="{00000000-0000-0000-0000-000000000000}"/>
          </ac:spMkLst>
        </pc:spChg>
        <pc:spChg chg="mod">
          <ac:chgData name="Bjarte Lode" userId="S::bjarte@sanpro.no::aec39f21-7deb-44cb-ac2f-967f769f96aa" providerId="AD" clId="Web-{4AC6D8C3-85E1-A3E1-3EE8-7F005D0A30F8}" dt="2026-05-06T17:49:14.731" v="2086" actId="1076"/>
          <ac:spMkLst>
            <pc:docMk/>
            <pc:sldMk cId="0" sldId="275"/>
            <ac:spMk id="7" creationId="{00000000-0000-0000-0000-000000000000}"/>
          </ac:spMkLst>
        </pc:spChg>
        <pc:spChg chg="mod">
          <ac:chgData name="Bjarte Lode" userId="S::bjarte@sanpro.no::aec39f21-7deb-44cb-ac2f-967f769f96aa" providerId="AD" clId="Web-{4AC6D8C3-85E1-A3E1-3EE8-7F005D0A30F8}" dt="2026-05-06T17:49:10.012" v="2071" actId="1076"/>
          <ac:spMkLst>
            <pc:docMk/>
            <pc:sldMk cId="0" sldId="275"/>
            <ac:spMk id="8" creationId="{00000000-0000-0000-0000-000000000000}"/>
          </ac:spMkLst>
        </pc:spChg>
        <pc:spChg chg="mod">
          <ac:chgData name="Bjarte Lode" userId="S::bjarte@sanpro.no::aec39f21-7deb-44cb-ac2f-967f769f96aa" providerId="AD" clId="Web-{4AC6D8C3-85E1-A3E1-3EE8-7F005D0A30F8}" dt="2026-05-06T17:49:10.043" v="2072" actId="1076"/>
          <ac:spMkLst>
            <pc:docMk/>
            <pc:sldMk cId="0" sldId="275"/>
            <ac:spMk id="9" creationId="{00000000-0000-0000-0000-000000000000}"/>
          </ac:spMkLst>
        </pc:spChg>
        <pc:spChg chg="mod">
          <ac:chgData name="Bjarte Lode" userId="S::bjarte@sanpro.no::aec39f21-7deb-44cb-ac2f-967f769f96aa" providerId="AD" clId="Web-{4AC6D8C3-85E1-A3E1-3EE8-7F005D0A30F8}" dt="2026-05-06T17:49:10.059" v="2073" actId="1076"/>
          <ac:spMkLst>
            <pc:docMk/>
            <pc:sldMk cId="0" sldId="275"/>
            <ac:spMk id="10" creationId="{00000000-0000-0000-0000-000000000000}"/>
          </ac:spMkLst>
        </pc:spChg>
        <pc:spChg chg="mod">
          <ac:chgData name="Bjarte Lode" userId="S::bjarte@sanpro.no::aec39f21-7deb-44cb-ac2f-967f769f96aa" providerId="AD" clId="Web-{4AC6D8C3-85E1-A3E1-3EE8-7F005D0A30F8}" dt="2026-05-06T17:49:10.090" v="2074" actId="1076"/>
          <ac:spMkLst>
            <pc:docMk/>
            <pc:sldMk cId="0" sldId="275"/>
            <ac:spMk id="11" creationId="{00000000-0000-0000-0000-000000000000}"/>
          </ac:spMkLst>
        </pc:spChg>
        <pc:spChg chg="mod">
          <ac:chgData name="Bjarte Lode" userId="S::bjarte@sanpro.no::aec39f21-7deb-44cb-ac2f-967f769f96aa" providerId="AD" clId="Web-{4AC6D8C3-85E1-A3E1-3EE8-7F005D0A30F8}" dt="2026-05-06T17:49:10.106" v="2075" actId="1076"/>
          <ac:spMkLst>
            <pc:docMk/>
            <pc:sldMk cId="0" sldId="275"/>
            <ac:spMk id="12" creationId="{00000000-0000-0000-0000-000000000000}"/>
          </ac:spMkLst>
        </pc:spChg>
        <pc:spChg chg="mod">
          <ac:chgData name="Bjarte Lode" userId="S::bjarte@sanpro.no::aec39f21-7deb-44cb-ac2f-967f769f96aa" providerId="AD" clId="Web-{4AC6D8C3-85E1-A3E1-3EE8-7F005D0A30F8}" dt="2026-05-06T17:49:10.137" v="2076" actId="1076"/>
          <ac:spMkLst>
            <pc:docMk/>
            <pc:sldMk cId="0" sldId="275"/>
            <ac:spMk id="13" creationId="{00000000-0000-0000-0000-000000000000}"/>
          </ac:spMkLst>
        </pc:spChg>
        <pc:spChg chg="mod">
          <ac:chgData name="Bjarte Lode" userId="S::bjarte@sanpro.no::aec39f21-7deb-44cb-ac2f-967f769f96aa" providerId="AD" clId="Web-{4AC6D8C3-85E1-A3E1-3EE8-7F005D0A30F8}" dt="2026-05-06T17:49:10.168" v="2077" actId="1076"/>
          <ac:spMkLst>
            <pc:docMk/>
            <pc:sldMk cId="0" sldId="275"/>
            <ac:spMk id="14" creationId="{00000000-0000-0000-0000-000000000000}"/>
          </ac:spMkLst>
        </pc:spChg>
        <pc:spChg chg="mod">
          <ac:chgData name="Bjarte Lode" userId="S::bjarte@sanpro.no::aec39f21-7deb-44cb-ac2f-967f769f96aa" providerId="AD" clId="Web-{4AC6D8C3-85E1-A3E1-3EE8-7F005D0A30F8}" dt="2026-05-06T17:49:10.184" v="2078" actId="1076"/>
          <ac:spMkLst>
            <pc:docMk/>
            <pc:sldMk cId="0" sldId="275"/>
            <ac:spMk id="19" creationId="{00000000-0000-0000-0000-000000000000}"/>
          </ac:spMkLst>
        </pc:spChg>
        <pc:spChg chg="mod">
          <ac:chgData name="Bjarte Lode" userId="S::bjarte@sanpro.no::aec39f21-7deb-44cb-ac2f-967f769f96aa" providerId="AD" clId="Web-{4AC6D8C3-85E1-A3E1-3EE8-7F005D0A30F8}" dt="2026-05-06T17:49:10.215" v="2079" actId="1076"/>
          <ac:spMkLst>
            <pc:docMk/>
            <pc:sldMk cId="0" sldId="275"/>
            <ac:spMk id="20" creationId="{00000000-0000-0000-0000-000000000000}"/>
          </ac:spMkLst>
        </pc:spChg>
        <pc:spChg chg="mod">
          <ac:chgData name="Bjarte Lode" userId="S::bjarte@sanpro.no::aec39f21-7deb-44cb-ac2f-967f769f96aa" providerId="AD" clId="Web-{4AC6D8C3-85E1-A3E1-3EE8-7F005D0A30F8}" dt="2026-05-06T17:49:10.231" v="2080" actId="1076"/>
          <ac:spMkLst>
            <pc:docMk/>
            <pc:sldMk cId="0" sldId="275"/>
            <ac:spMk id="21" creationId="{00000000-0000-0000-0000-000000000000}"/>
          </ac:spMkLst>
        </pc:spChg>
        <pc:spChg chg="mod">
          <ac:chgData name="Bjarte Lode" userId="S::bjarte@sanpro.no::aec39f21-7deb-44cb-ac2f-967f769f96aa" providerId="AD" clId="Web-{4AC6D8C3-85E1-A3E1-3EE8-7F005D0A30F8}" dt="2026-05-06T17:49:10.262" v="2081" actId="1076"/>
          <ac:spMkLst>
            <pc:docMk/>
            <pc:sldMk cId="0" sldId="275"/>
            <ac:spMk id="24" creationId="{00000000-0000-0000-0000-000000000000}"/>
          </ac:spMkLst>
        </pc:spChg>
        <pc:spChg chg="mod">
          <ac:chgData name="Bjarte Lode" userId="S::bjarte@sanpro.no::aec39f21-7deb-44cb-ac2f-967f769f96aa" providerId="AD" clId="Web-{4AC6D8C3-85E1-A3E1-3EE8-7F005D0A30F8}" dt="2026-05-06T17:49:10.277" v="2082" actId="1076"/>
          <ac:spMkLst>
            <pc:docMk/>
            <pc:sldMk cId="0" sldId="275"/>
            <ac:spMk id="25" creationId="{00000000-0000-0000-0000-000000000000}"/>
          </ac:spMkLst>
        </pc:spChg>
        <pc:spChg chg="mod">
          <ac:chgData name="Bjarte Lode" userId="S::bjarte@sanpro.no::aec39f21-7deb-44cb-ac2f-967f769f96aa" providerId="AD" clId="Web-{4AC6D8C3-85E1-A3E1-3EE8-7F005D0A30F8}" dt="2026-05-06T17:49:10.309" v="2083" actId="1076"/>
          <ac:spMkLst>
            <pc:docMk/>
            <pc:sldMk cId="0" sldId="275"/>
            <ac:spMk id="28" creationId="{00000000-0000-0000-0000-000000000000}"/>
          </ac:spMkLst>
        </pc:spChg>
        <pc:spChg chg="mod">
          <ac:chgData name="Bjarte Lode" userId="S::bjarte@sanpro.no::aec39f21-7deb-44cb-ac2f-967f769f96aa" providerId="AD" clId="Web-{4AC6D8C3-85E1-A3E1-3EE8-7F005D0A30F8}" dt="2026-05-06T17:49:10.324" v="2084" actId="1076"/>
          <ac:spMkLst>
            <pc:docMk/>
            <pc:sldMk cId="0" sldId="275"/>
            <ac:spMk id="29" creationId="{00000000-0000-0000-0000-000000000000}"/>
          </ac:spMkLst>
        </pc:spChg>
      </pc:sldChg>
      <pc:sldChg chg="delSp modSp">
        <pc:chgData name="Bjarte Lode" userId="S::bjarte@sanpro.no::aec39f21-7deb-44cb-ac2f-967f769f96aa" providerId="AD" clId="Web-{4AC6D8C3-85E1-A3E1-3EE8-7F005D0A30F8}" dt="2026-05-06T17:49:26.199" v="2089" actId="20577"/>
        <pc:sldMkLst>
          <pc:docMk/>
          <pc:sldMk cId="0" sldId="276"/>
        </pc:sldMkLst>
        <pc:spChg chg="mod">
          <ac:chgData name="Bjarte Lode" userId="S::bjarte@sanpro.no::aec39f21-7deb-44cb-ac2f-967f769f96aa" providerId="AD" clId="Web-{4AC6D8C3-85E1-A3E1-3EE8-7F005D0A30F8}" dt="2026-05-06T17:49:26.199" v="2089" actId="20577"/>
          <ac:spMkLst>
            <pc:docMk/>
            <pc:sldMk cId="0" sldId="276"/>
            <ac:spMk id="6" creationId="{00000000-0000-0000-0000-000000000000}"/>
          </ac:spMkLst>
        </pc:spChg>
      </pc:sldChg>
      <pc:sldChg chg="delSp modSp modNotes">
        <pc:chgData name="Bjarte Lode" userId="S::bjarte@sanpro.no::aec39f21-7deb-44cb-ac2f-967f769f96aa" providerId="AD" clId="Web-{4AC6D8C3-85E1-A3E1-3EE8-7F005D0A30F8}" dt="2026-05-06T17:52:58.605" v="2125"/>
        <pc:sldMkLst>
          <pc:docMk/>
          <pc:sldMk cId="0" sldId="277"/>
        </pc:sldMkLst>
        <pc:spChg chg="mod">
          <ac:chgData name="Bjarte Lode" userId="S::bjarte@sanpro.no::aec39f21-7deb-44cb-ac2f-967f769f96aa" providerId="AD" clId="Web-{4AC6D8C3-85E1-A3E1-3EE8-7F005D0A30F8}" dt="2026-05-06T17:50:19.230" v="2105" actId="14100"/>
          <ac:spMkLst>
            <pc:docMk/>
            <pc:sldMk cId="0" sldId="277"/>
            <ac:spMk id="9" creationId="{00000000-0000-0000-0000-000000000000}"/>
          </ac:spMkLst>
        </pc:spChg>
        <pc:spChg chg="mod">
          <ac:chgData name="Bjarte Lode" userId="S::bjarte@sanpro.no::aec39f21-7deb-44cb-ac2f-967f769f96aa" providerId="AD" clId="Web-{4AC6D8C3-85E1-A3E1-3EE8-7F005D0A30F8}" dt="2026-05-06T17:50:45.543" v="2110" actId="14100"/>
          <ac:spMkLst>
            <pc:docMk/>
            <pc:sldMk cId="0" sldId="277"/>
            <ac:spMk id="10" creationId="{00000000-0000-0000-0000-000000000000}"/>
          </ac:spMkLst>
        </pc:spChg>
        <pc:spChg chg="mod">
          <ac:chgData name="Bjarte Lode" userId="S::bjarte@sanpro.no::aec39f21-7deb-44cb-ac2f-967f769f96aa" providerId="AD" clId="Web-{4AC6D8C3-85E1-A3E1-3EE8-7F005D0A30F8}" dt="2026-05-06T17:50:53.824" v="2114" actId="20577"/>
          <ac:spMkLst>
            <pc:docMk/>
            <pc:sldMk cId="0" sldId="277"/>
            <ac:spMk id="11" creationId="{00000000-0000-0000-0000-000000000000}"/>
          </ac:spMkLst>
        </pc:spChg>
      </pc:sldChg>
      <pc:sldChg chg="modSp modNotes">
        <pc:chgData name="Bjarte Lode" userId="S::bjarte@sanpro.no::aec39f21-7deb-44cb-ac2f-967f769f96aa" providerId="AD" clId="Web-{4AC6D8C3-85E1-A3E1-3EE8-7F005D0A30F8}" dt="2026-05-06T17:53:01.308" v="2126"/>
        <pc:sldMkLst>
          <pc:docMk/>
          <pc:sldMk cId="0" sldId="278"/>
        </pc:sldMkLst>
        <pc:spChg chg="mod">
          <ac:chgData name="Bjarte Lode" userId="S::bjarte@sanpro.no::aec39f21-7deb-44cb-ac2f-967f769f96aa" providerId="AD" clId="Web-{4AC6D8C3-85E1-A3E1-3EE8-7F005D0A30F8}" dt="2026-05-06T17:51:36.980" v="2119" actId="14100"/>
          <ac:spMkLst>
            <pc:docMk/>
            <pc:sldMk cId="0" sldId="278"/>
            <ac:spMk id="16" creationId="{00000000-0000-0000-0000-000000000000}"/>
          </ac:spMkLst>
        </pc:spChg>
      </pc:sldChg>
      <pc:sldChg chg="delSp modSp modNotes">
        <pc:chgData name="Bjarte Lode" userId="S::bjarte@sanpro.no::aec39f21-7deb-44cb-ac2f-967f769f96aa" providerId="AD" clId="Web-{4AC6D8C3-85E1-A3E1-3EE8-7F005D0A30F8}" dt="2026-05-06T17:53:03.917" v="2127"/>
        <pc:sldMkLst>
          <pc:docMk/>
          <pc:sldMk cId="0" sldId="279"/>
        </pc:sldMkLst>
        <pc:spChg chg="mod">
          <ac:chgData name="Bjarte Lode" userId="S::bjarte@sanpro.no::aec39f21-7deb-44cb-ac2f-967f769f96aa" providerId="AD" clId="Web-{4AC6D8C3-85E1-A3E1-3EE8-7F005D0A30F8}" dt="2026-05-06T17:52:36.965" v="2123" actId="14100"/>
          <ac:spMkLst>
            <pc:docMk/>
            <pc:sldMk cId="0" sldId="279"/>
            <ac:spMk id="13" creationId="{00000000-0000-0000-0000-000000000000}"/>
          </ac:spMkLst>
        </pc:spChg>
        <pc:spChg chg="mod">
          <ac:chgData name="Bjarte Lode" userId="S::bjarte@sanpro.no::aec39f21-7deb-44cb-ac2f-967f769f96aa" providerId="AD" clId="Web-{4AC6D8C3-85E1-A3E1-3EE8-7F005D0A30F8}" dt="2026-05-06T17:52:06.121" v="2122" actId="20577"/>
          <ac:spMkLst>
            <pc:docMk/>
            <pc:sldMk cId="0" sldId="279"/>
            <ac:spMk id="1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57700" cy="917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5827713" y="0"/>
            <a:ext cx="4457700" cy="917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C2F100-BF13-4700-8B4C-BD20A627703C}" type="datetimeFigureOut">
              <a:t>08.05.2026</a:t>
            </a:fld>
            <a:endParaRPr lang="nb-NO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-342900" y="2286000"/>
            <a:ext cx="10972800" cy="6172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1028700" y="8801100"/>
            <a:ext cx="8229600" cy="72009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17372013"/>
            <a:ext cx="4457700" cy="915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5827713" y="17372013"/>
            <a:ext cx="4457700" cy="9159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FFFA9C-889E-46CC-BDFE-0A3BBB8EA968}" type="slidenum"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380606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Bakgrunn</a:t>
            </a:r>
            <a:r>
              <a:rPr lang="en-US"/>
              <a:t> for </a:t>
            </a:r>
            <a:r>
              <a:rPr lang="en-US" err="1"/>
              <a:t>ny</a:t>
            </a:r>
            <a:r>
              <a:rPr lang="en-US"/>
              <a:t> </a:t>
            </a:r>
            <a:r>
              <a:rPr lang="en-US" err="1"/>
              <a:t>kravspesifikasjon</a:t>
            </a:r>
            <a:r>
              <a:rPr lang="en-US"/>
              <a:t> – </a:t>
            </a:r>
            <a:r>
              <a:rPr lang="en-US" err="1"/>
              <a:t>ikke</a:t>
            </a:r>
            <a:r>
              <a:rPr lang="en-US"/>
              <a:t> bare Nav </a:t>
            </a:r>
            <a:r>
              <a:rPr lang="en-US" err="1"/>
              <a:t>som</a:t>
            </a:r>
            <a:r>
              <a:rPr lang="en-US"/>
              <a:t> </a:t>
            </a:r>
            <a:r>
              <a:rPr lang="en-US" err="1"/>
              <a:t>har</a:t>
            </a:r>
            <a:r>
              <a:rPr lang="en-US"/>
              <a:t> </a:t>
            </a:r>
            <a:r>
              <a:rPr lang="en-US" err="1"/>
              <a:t>funnet</a:t>
            </a:r>
            <a:r>
              <a:rPr lang="en-US"/>
              <a:t> </a:t>
            </a:r>
            <a:r>
              <a:rPr lang="en-US" err="1"/>
              <a:t>på</a:t>
            </a:r>
            <a:r>
              <a:rPr lang="en-US"/>
              <a:t> </a:t>
            </a:r>
            <a:r>
              <a:rPr lang="en-US" err="1"/>
              <a:t>noe</a:t>
            </a:r>
            <a:r>
              <a:rPr lang="en-US"/>
              <a:t> </a:t>
            </a:r>
            <a:r>
              <a:rPr lang="en-US" err="1"/>
              <a:t>nytt</a:t>
            </a:r>
            <a:r>
              <a:rPr lang="en-US"/>
              <a:t>, det er et </a:t>
            </a:r>
            <a:r>
              <a:rPr lang="en-US" err="1"/>
              <a:t>svar</a:t>
            </a:r>
            <a:r>
              <a:rPr lang="en-US"/>
              <a:t> </a:t>
            </a:r>
            <a:r>
              <a:rPr lang="en-US" err="1"/>
              <a:t>på</a:t>
            </a:r>
            <a:r>
              <a:rPr lang="en-US"/>
              <a:t> </a:t>
            </a:r>
            <a:r>
              <a:rPr lang="en-US" err="1"/>
              <a:t>politiske</a:t>
            </a:r>
            <a:r>
              <a:rPr lang="en-US"/>
              <a:t> </a:t>
            </a:r>
            <a:r>
              <a:rPr lang="en-US" err="1"/>
              <a:t>føringer</a:t>
            </a:r>
            <a:r>
              <a:rPr lang="en-US"/>
              <a:t> over </a:t>
            </a:r>
            <a:r>
              <a:rPr lang="en-US" err="1"/>
              <a:t>flere</a:t>
            </a:r>
            <a:r>
              <a:rPr lang="en-US"/>
              <a:t> </a:t>
            </a:r>
            <a:r>
              <a:rPr lang="en-US" err="1"/>
              <a:t>år</a:t>
            </a:r>
            <a:r>
              <a:rPr lang="en-US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noProof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nb-NO" noProof="0"/>
              <a:t>Er skjermet fra anbud</a:t>
            </a:r>
          </a:p>
          <a:p>
            <a:pPr marL="628650" lvl="1" indent="-171450">
              <a:buFontTx/>
              <a:buChar char="-"/>
            </a:pPr>
            <a:r>
              <a:rPr lang="nb-NO" noProof="0"/>
              <a:t>Godt forankret, ikke endringer i dette med det første..</a:t>
            </a:r>
          </a:p>
          <a:p>
            <a:pPr marL="171450" lvl="0" indent="-171450">
              <a:buFontTx/>
              <a:buChar char="-"/>
            </a:pPr>
            <a:r>
              <a:rPr lang="nb-NO" noProof="0"/>
              <a:t>NOU 2024:17 understreket at de mest sårbare brukerne bør få tiltak fra det offentlige eller ideelle. </a:t>
            </a:r>
          </a:p>
          <a:p>
            <a:pPr marL="171450" lvl="0" indent="-171450">
              <a:buFontTx/>
              <a:buChar char="-"/>
            </a:pPr>
            <a:r>
              <a:rPr lang="nb-NO" noProof="0"/>
              <a:t>SAMTIDIG: Mangelen på konkurranse kan ikke gjøre oss sløve. </a:t>
            </a:r>
          </a:p>
          <a:p>
            <a:pPr marL="628650" lvl="1" indent="-171450">
              <a:buFontTx/>
              <a:buChar char="-"/>
            </a:pPr>
            <a:r>
              <a:rPr lang="nb-NO" noProof="0"/>
              <a:t>Vi må svare på de politiske forventningene</a:t>
            </a:r>
          </a:p>
          <a:p>
            <a:pPr marL="628650" lvl="1" indent="-171450">
              <a:buFontTx/>
              <a:buChar char="-"/>
            </a:pPr>
            <a:r>
              <a:rPr lang="nb-NO" noProof="0"/>
              <a:t>Vi må aktivt utvikle tjenestene. </a:t>
            </a:r>
          </a:p>
          <a:p>
            <a:pPr marL="171450" lvl="0" indent="-171450">
              <a:buFontTx/>
              <a:buChar char="-"/>
            </a:pPr>
            <a:r>
              <a:rPr lang="nb-NO" noProof="0"/>
              <a:t>Effektstudiene av AFT spriker</a:t>
            </a:r>
          </a:p>
          <a:p>
            <a:pPr marL="628650" lvl="1" indent="-171450">
              <a:buFontTx/>
              <a:buChar char="-"/>
            </a:pPr>
            <a:r>
              <a:rPr lang="nb-NO" noProof="0"/>
              <a:t>Oslo </a:t>
            </a:r>
            <a:r>
              <a:rPr lang="nb-NO" noProof="0" err="1"/>
              <a:t>Economics</a:t>
            </a:r>
            <a:r>
              <a:rPr lang="nb-NO" noProof="0"/>
              <a:t>-rapporten fra 2024 konkluderer faktisk med at AFT ikke er samfunnsøkonomisk lønnsomt. </a:t>
            </a:r>
          </a:p>
          <a:p>
            <a:pPr marL="1085850" lvl="2" indent="-171450">
              <a:buFontTx/>
              <a:buChar char="-"/>
            </a:pPr>
            <a:r>
              <a:rPr lang="nb-NO" noProof="0"/>
              <a:t>Det skal tas med varsomhet, men vi må være bevisste på at vi opererer i et landskap der noen stiller spørsmål ved nytteverdien av det vi gjør.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BA847-CDD4-AE60-7782-459326C46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8199DB-8D06-7180-913D-C46F18DD92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95709B-3966-8923-D5FC-3FD7BD4CD0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EC873A-68D3-0134-DE2D-1ECE4CE707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5155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Da er vi over i siste del — fagutviklingsprosjektet. Dette er vårt svar.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aft-haandbok.netlify.app/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18059400" y="0"/>
            <a:ext cx="228600" cy="1905000"/>
          </a:xfrm>
          <a:prstGeom prst="rect">
            <a:avLst/>
          </a:prstGeom>
          <a:solidFill>
            <a:srgbClr val="3D5A7A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4" name="Shape 2"/>
          <p:cNvSpPr/>
          <p:nvPr/>
        </p:nvSpPr>
        <p:spPr>
          <a:xfrm>
            <a:off x="18059400" y="1905000"/>
            <a:ext cx="228600" cy="1905000"/>
          </a:xfrm>
          <a:prstGeom prst="rect">
            <a:avLst/>
          </a:prstGeom>
          <a:solidFill>
            <a:srgbClr val="5A7548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5" name="Shape 3"/>
          <p:cNvSpPr/>
          <p:nvPr/>
        </p:nvSpPr>
        <p:spPr>
          <a:xfrm>
            <a:off x="18059400" y="3810000"/>
            <a:ext cx="228600" cy="1905000"/>
          </a:xfrm>
          <a:prstGeom prst="rect">
            <a:avLst/>
          </a:prstGeom>
          <a:solidFill>
            <a:srgbClr val="9C7A3C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6" name="Shape 4"/>
          <p:cNvSpPr/>
          <p:nvPr/>
        </p:nvSpPr>
        <p:spPr>
          <a:xfrm>
            <a:off x="18059400" y="5715000"/>
            <a:ext cx="228600" cy="1905000"/>
          </a:xfrm>
          <a:prstGeom prst="rect">
            <a:avLst/>
          </a:prstGeom>
          <a:solidFill>
            <a:srgbClr val="4A2F4F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7" name="Shape 5"/>
          <p:cNvSpPr/>
          <p:nvPr/>
        </p:nvSpPr>
        <p:spPr>
          <a:xfrm>
            <a:off x="18059400" y="7620000"/>
            <a:ext cx="228600" cy="1905000"/>
          </a:xfrm>
          <a:prstGeom prst="rect">
            <a:avLst/>
          </a:prstGeom>
          <a:solidFill>
            <a:srgbClr val="E86E24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8" name="Text 6"/>
          <p:cNvSpPr/>
          <p:nvPr/>
        </p:nvSpPr>
        <p:spPr>
          <a:xfrm>
            <a:off x="1143000" y="1047750"/>
            <a:ext cx="47091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1800" kern="0" spc="360" noProof="0">
                <a:solidFill>
                  <a:srgbClr val="5A55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SANDNES PRO-SERVICE · AFT</a:t>
            </a:r>
            <a:endParaRPr lang="nb-NO" sz="1800" noProof="0"/>
          </a:p>
        </p:txBody>
      </p:sp>
      <p:sp>
        <p:nvSpPr>
          <p:cNvPr id="9" name="Text 7"/>
          <p:cNvSpPr/>
          <p:nvPr/>
        </p:nvSpPr>
        <p:spPr>
          <a:xfrm>
            <a:off x="13716000" y="1047750"/>
            <a:ext cx="35318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endParaRPr lang="nb-NO" sz="1800" noProof="0">
              <a:solidFill>
                <a:srgbClr val="5A554F">
                  <a:alpha val="70000"/>
                </a:srgbClr>
              </a:solidFill>
              <a:latin typeface="JetBrains Mono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43000" y="2830264"/>
            <a:ext cx="147161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nb-NO" sz="1800" b="1" kern="0" spc="360" noProof="0">
                <a:solidFill>
                  <a:srgbClr val="E86E24"/>
                </a:solidFill>
                <a:latin typeface="JetBrains Mono"/>
                <a:ea typeface="JetBrains Mono"/>
                <a:cs typeface="JetBrains Mono" pitchFamily="34" charset="-120"/>
              </a:rPr>
              <a:t>INTERNPRESENTASJON — </a:t>
            </a:r>
            <a:r>
              <a:rPr lang="nb-NO" b="1" kern="0" spc="360">
                <a:solidFill>
                  <a:srgbClr val="E86E24"/>
                </a:solidFill>
                <a:latin typeface="JetBrains Mono"/>
                <a:ea typeface="JetBrains Mono"/>
                <a:cs typeface="JetBrains Mono" pitchFamily="34" charset="-120"/>
              </a:rPr>
              <a:t>MAI </a:t>
            </a:r>
            <a:r>
              <a:rPr lang="nb-NO" b="1" kern="0" spc="360">
                <a:solidFill>
                  <a:srgbClr val="E86E24"/>
                </a:solidFill>
                <a:latin typeface="JetBrains Mono" pitchFamily="34" charset="0"/>
                <a:ea typeface="JetBrains Mono"/>
                <a:cs typeface="JetBrains Mono" pitchFamily="34" charset="-120"/>
              </a:rPr>
              <a:t>2026</a:t>
            </a:r>
            <a:endParaRPr lang="nb-NO" sz="1800" noProof="0"/>
          </a:p>
        </p:txBody>
      </p:sp>
      <p:sp>
        <p:nvSpPr>
          <p:cNvPr id="11" name="Text 9"/>
          <p:cNvSpPr/>
          <p:nvPr/>
        </p:nvSpPr>
        <p:spPr>
          <a:xfrm>
            <a:off x="1143000" y="3506539"/>
            <a:ext cx="14716125" cy="2502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nb-NO" sz="9000" kern="0" spc="-247" noProof="0" dirty="0">
                <a:solidFill>
                  <a:srgbClr val="231F20"/>
                </a:solidFill>
                <a:latin typeface="Fraunces 72pt" pitchFamily="2" charset="0"/>
                <a:ea typeface="Fraunces" pitchFamily="34" charset="-122"/>
                <a:cs typeface="Fraunces" pitchFamily="34" charset="-120"/>
              </a:rPr>
              <a:t>Ny kravspesifikasjon </a:t>
            </a:r>
            <a:r>
              <a:rPr lang="nb-NO" sz="9000" i="1" kern="0" spc="-247" noProof="0" dirty="0">
                <a:solidFill>
                  <a:srgbClr val="E86E24"/>
                </a:solidFill>
                <a:latin typeface="Fraunces 72pt" pitchFamily="2" charset="0"/>
                <a:ea typeface="Fraunces" pitchFamily="34" charset="-122"/>
                <a:cs typeface="Fraunces" pitchFamily="34" charset="-120"/>
              </a:rPr>
              <a:t>for AFT</a:t>
            </a:r>
            <a:endParaRPr lang="nb-NO" sz="9000" noProof="0" dirty="0">
              <a:latin typeface="Fraunces 72pt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43000" y="6504236"/>
            <a:ext cx="11772900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nb-NO" sz="3300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Hva er nytt, og hva betyr det for oss? </a:t>
            </a:r>
            <a:endParaRPr lang="nb-NO" sz="3300" noProof="0"/>
          </a:p>
        </p:txBody>
      </p:sp>
      <p:sp>
        <p:nvSpPr>
          <p:cNvPr id="13" name="Text 11"/>
          <p:cNvSpPr/>
          <p:nvPr/>
        </p:nvSpPr>
        <p:spPr>
          <a:xfrm>
            <a:off x="16184761" y="9039225"/>
            <a:ext cx="103643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1800" noProof="0">
                <a:solidFill>
                  <a:srgbClr val="5A55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/ 23</a:t>
            </a:r>
            <a:endParaRPr lang="nb-NO" sz="1800" noProof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1143000" y="671513"/>
            <a:ext cx="266700" cy="19050"/>
          </a:xfrm>
          <a:prstGeom prst="rect">
            <a:avLst/>
          </a:prstGeom>
          <a:solidFill>
            <a:srgbClr val="E86E24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4" name="Text 2"/>
          <p:cNvSpPr/>
          <p:nvPr/>
        </p:nvSpPr>
        <p:spPr>
          <a:xfrm>
            <a:off x="1581150" y="542925"/>
            <a:ext cx="124971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nb-NO" sz="1800" kern="0" spc="288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AGENDA</a:t>
            </a:r>
            <a:endParaRPr lang="nb-NO" sz="1800" noProof="0"/>
          </a:p>
        </p:txBody>
      </p:sp>
      <p:sp>
        <p:nvSpPr>
          <p:cNvPr id="5" name="Text 3"/>
          <p:cNvSpPr/>
          <p:nvPr/>
        </p:nvSpPr>
        <p:spPr>
          <a:xfrm>
            <a:off x="14712553" y="533400"/>
            <a:ext cx="250864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1800" kern="0" spc="288" noProof="0">
                <a:solidFill>
                  <a:srgbClr val="5A554F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SPS · AFT 2026</a:t>
            </a:r>
            <a:endParaRPr lang="nb-NO" sz="1800" noProof="0"/>
          </a:p>
        </p:txBody>
      </p:sp>
      <p:sp>
        <p:nvSpPr>
          <p:cNvPr id="7" name="Shape 5"/>
          <p:cNvSpPr/>
          <p:nvPr/>
        </p:nvSpPr>
        <p:spPr>
          <a:xfrm>
            <a:off x="1143000" y="1803009"/>
            <a:ext cx="16002000" cy="9525"/>
          </a:xfrm>
          <a:prstGeom prst="rect">
            <a:avLst/>
          </a:prstGeom>
          <a:solidFill>
            <a:srgbClr val="D8D2C5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8" name="Text 6"/>
          <p:cNvSpPr/>
          <p:nvPr/>
        </p:nvSpPr>
        <p:spPr>
          <a:xfrm>
            <a:off x="1143000" y="2245921"/>
            <a:ext cx="121920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3300" noProof="0">
                <a:solidFill>
                  <a:srgbClr val="3D5A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nb-NO" sz="3300" noProof="0"/>
          </a:p>
        </p:txBody>
      </p:sp>
      <p:sp>
        <p:nvSpPr>
          <p:cNvPr id="9" name="Text 7"/>
          <p:cNvSpPr/>
          <p:nvPr/>
        </p:nvSpPr>
        <p:spPr>
          <a:xfrm>
            <a:off x="2286000" y="2041134"/>
            <a:ext cx="15147798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3600" kern="0" spc="-36" noProof="0" dirty="0">
                <a:solidFill>
                  <a:srgbClr val="231F20"/>
                </a:solidFill>
                <a:latin typeface="Fraunces 72pt" pitchFamily="2" charset="0"/>
                <a:ea typeface="Fraunces" pitchFamily="34" charset="-122"/>
                <a:cs typeface="Fraunces" pitchFamily="34" charset="-120"/>
              </a:rPr>
              <a:t>Politisk bakteppe</a:t>
            </a:r>
            <a:endParaRPr lang="nb-NO" sz="3600" noProof="0" dirty="0">
              <a:latin typeface="Fraunces 72pt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286000" y="2660259"/>
            <a:ext cx="1514779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nb-NO" sz="2250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Stortingsmeldinger, retning og rammer</a:t>
            </a:r>
            <a:endParaRPr lang="nb-NO" sz="2250" noProof="0"/>
          </a:p>
        </p:txBody>
      </p:sp>
      <p:sp>
        <p:nvSpPr>
          <p:cNvPr id="11" name="Shape 9"/>
          <p:cNvSpPr/>
          <p:nvPr/>
        </p:nvSpPr>
        <p:spPr>
          <a:xfrm>
            <a:off x="16992600" y="2445946"/>
            <a:ext cx="152400" cy="152400"/>
          </a:xfrm>
          <a:prstGeom prst="ellipse">
            <a:avLst/>
          </a:prstGeom>
          <a:solidFill>
            <a:srgbClr val="3D5A7A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12" name="Shape 10"/>
          <p:cNvSpPr/>
          <p:nvPr/>
        </p:nvSpPr>
        <p:spPr>
          <a:xfrm>
            <a:off x="1143000" y="3231759"/>
            <a:ext cx="16002000" cy="9525"/>
          </a:xfrm>
          <a:prstGeom prst="rect">
            <a:avLst/>
          </a:prstGeom>
          <a:solidFill>
            <a:srgbClr val="D8D2C5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13" name="Text 11"/>
          <p:cNvSpPr/>
          <p:nvPr/>
        </p:nvSpPr>
        <p:spPr>
          <a:xfrm>
            <a:off x="1143000" y="3674671"/>
            <a:ext cx="121920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3300" noProof="0">
                <a:solidFill>
                  <a:srgbClr val="5A75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nb-NO" sz="3300" noProof="0"/>
          </a:p>
        </p:txBody>
      </p:sp>
      <p:sp>
        <p:nvSpPr>
          <p:cNvPr id="14" name="Text 12"/>
          <p:cNvSpPr/>
          <p:nvPr/>
        </p:nvSpPr>
        <p:spPr>
          <a:xfrm>
            <a:off x="2286000" y="3469884"/>
            <a:ext cx="15147798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3600" kern="0" spc="-36" noProof="0">
                <a:solidFill>
                  <a:srgbClr val="231F20"/>
                </a:solidFill>
                <a:latin typeface="Fraunces 72pt" pitchFamily="2" charset="0"/>
                <a:ea typeface="Fraunces" pitchFamily="34" charset="-122"/>
                <a:cs typeface="Fraunces" pitchFamily="34" charset="-120"/>
              </a:rPr>
              <a:t>Hva er nytt i kravspeken</a:t>
            </a:r>
            <a:endParaRPr lang="nb-NO" sz="3600" noProof="0">
              <a:latin typeface="Fraunces 72pt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286000" y="4089009"/>
            <a:ext cx="1514779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nb-NO" sz="2250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Tydeligere krav · strammere resultatfokus</a:t>
            </a:r>
            <a:endParaRPr lang="nb-NO" sz="2250" noProof="0"/>
          </a:p>
        </p:txBody>
      </p:sp>
      <p:sp>
        <p:nvSpPr>
          <p:cNvPr id="16" name="Shape 14"/>
          <p:cNvSpPr/>
          <p:nvPr/>
        </p:nvSpPr>
        <p:spPr>
          <a:xfrm>
            <a:off x="16992600" y="3874696"/>
            <a:ext cx="152400" cy="152400"/>
          </a:xfrm>
          <a:prstGeom prst="ellipse">
            <a:avLst/>
          </a:prstGeom>
          <a:solidFill>
            <a:srgbClr val="5A7548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17" name="Shape 15"/>
          <p:cNvSpPr/>
          <p:nvPr/>
        </p:nvSpPr>
        <p:spPr>
          <a:xfrm>
            <a:off x="1143000" y="4660509"/>
            <a:ext cx="16002000" cy="9525"/>
          </a:xfrm>
          <a:prstGeom prst="rect">
            <a:avLst/>
          </a:prstGeom>
          <a:solidFill>
            <a:srgbClr val="D8D2C5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18" name="Text 16"/>
          <p:cNvSpPr/>
          <p:nvPr/>
        </p:nvSpPr>
        <p:spPr>
          <a:xfrm>
            <a:off x="1143000" y="5103421"/>
            <a:ext cx="121920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3300" noProof="0">
                <a:solidFill>
                  <a:srgbClr val="9C7A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nb-NO" sz="3300" noProof="0"/>
          </a:p>
        </p:txBody>
      </p:sp>
      <p:sp>
        <p:nvSpPr>
          <p:cNvPr id="19" name="Text 17"/>
          <p:cNvSpPr/>
          <p:nvPr/>
        </p:nvSpPr>
        <p:spPr>
          <a:xfrm>
            <a:off x="2286000" y="4898634"/>
            <a:ext cx="15147798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3600" kern="0" spc="-36" noProof="0">
                <a:solidFill>
                  <a:srgbClr val="231F20"/>
                </a:solidFill>
                <a:latin typeface="Fraunces 72pt" pitchFamily="2" charset="0"/>
                <a:ea typeface="Fraunces" pitchFamily="34" charset="-122"/>
                <a:cs typeface="Fraunces" pitchFamily="34" charset="-120"/>
              </a:rPr>
              <a:t>Konkrete endringer i praksis</a:t>
            </a:r>
            <a:endParaRPr lang="nb-NO" sz="3600" noProof="0">
              <a:latin typeface="Fraunces 72pt" pitchFamily="2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286000" y="5517759"/>
            <a:ext cx="1514779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nb-NO" sz="2250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 måneder · ordinært arbeidsliv · plan</a:t>
            </a:r>
            <a:endParaRPr lang="nb-NO" sz="2250" noProof="0"/>
          </a:p>
        </p:txBody>
      </p:sp>
      <p:sp>
        <p:nvSpPr>
          <p:cNvPr id="21" name="Shape 19"/>
          <p:cNvSpPr/>
          <p:nvPr/>
        </p:nvSpPr>
        <p:spPr>
          <a:xfrm>
            <a:off x="16992600" y="5303446"/>
            <a:ext cx="152400" cy="152400"/>
          </a:xfrm>
          <a:prstGeom prst="ellipse">
            <a:avLst/>
          </a:prstGeom>
          <a:solidFill>
            <a:srgbClr val="9C7A3C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22" name="Shape 20"/>
          <p:cNvSpPr/>
          <p:nvPr/>
        </p:nvSpPr>
        <p:spPr>
          <a:xfrm>
            <a:off x="1143000" y="6089259"/>
            <a:ext cx="16002000" cy="9525"/>
          </a:xfrm>
          <a:prstGeom prst="rect">
            <a:avLst/>
          </a:prstGeom>
          <a:solidFill>
            <a:srgbClr val="D8D2C5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23" name="Text 21"/>
          <p:cNvSpPr/>
          <p:nvPr/>
        </p:nvSpPr>
        <p:spPr>
          <a:xfrm>
            <a:off x="1143000" y="6532171"/>
            <a:ext cx="121920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3300" noProof="0">
                <a:solidFill>
                  <a:srgbClr val="4A2F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nb-NO" sz="3300" noProof="0"/>
          </a:p>
        </p:txBody>
      </p:sp>
      <p:sp>
        <p:nvSpPr>
          <p:cNvPr id="24" name="Text 22"/>
          <p:cNvSpPr/>
          <p:nvPr/>
        </p:nvSpPr>
        <p:spPr>
          <a:xfrm>
            <a:off x="2286000" y="6327384"/>
            <a:ext cx="15147798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3600" kern="0" spc="-36" noProof="0">
                <a:solidFill>
                  <a:srgbClr val="231F20"/>
                </a:solidFill>
                <a:latin typeface="Fraunces 72pt" pitchFamily="2" charset="0"/>
                <a:ea typeface="Fraunces" pitchFamily="34" charset="-122"/>
                <a:cs typeface="Fraunces" pitchFamily="34" charset="-120"/>
              </a:rPr>
              <a:t>Kompetanse og organisering</a:t>
            </a:r>
            <a:endParaRPr lang="nb-NO" sz="3600" noProof="0">
              <a:latin typeface="Fraunces 72pt" pitchFamily="2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2286000" y="6946509"/>
            <a:ext cx="1514779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nb-NO" sz="2250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Hva forventes av oss og av virksomheten</a:t>
            </a:r>
            <a:endParaRPr lang="nb-NO" sz="2250" noProof="0"/>
          </a:p>
        </p:txBody>
      </p:sp>
      <p:sp>
        <p:nvSpPr>
          <p:cNvPr id="26" name="Shape 24"/>
          <p:cNvSpPr/>
          <p:nvPr/>
        </p:nvSpPr>
        <p:spPr>
          <a:xfrm>
            <a:off x="16992600" y="6732196"/>
            <a:ext cx="152400" cy="152400"/>
          </a:xfrm>
          <a:prstGeom prst="ellipse">
            <a:avLst/>
          </a:prstGeom>
          <a:solidFill>
            <a:srgbClr val="4A2F4F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27" name="Shape 25"/>
          <p:cNvSpPr/>
          <p:nvPr/>
        </p:nvSpPr>
        <p:spPr>
          <a:xfrm>
            <a:off x="1143000" y="8946759"/>
            <a:ext cx="16002000" cy="9525"/>
          </a:xfrm>
          <a:prstGeom prst="rect">
            <a:avLst/>
          </a:prstGeom>
          <a:solidFill>
            <a:srgbClr val="D8D2C5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28" name="Shape 26"/>
          <p:cNvSpPr/>
          <p:nvPr/>
        </p:nvSpPr>
        <p:spPr>
          <a:xfrm>
            <a:off x="1143000" y="7518009"/>
            <a:ext cx="16002000" cy="9525"/>
          </a:xfrm>
          <a:prstGeom prst="rect">
            <a:avLst/>
          </a:prstGeom>
          <a:solidFill>
            <a:srgbClr val="D8D2C5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29" name="Text 27"/>
          <p:cNvSpPr/>
          <p:nvPr/>
        </p:nvSpPr>
        <p:spPr>
          <a:xfrm>
            <a:off x="1143000" y="7960921"/>
            <a:ext cx="1219200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3300" noProof="0">
                <a:solidFill>
                  <a:srgbClr val="E86E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nb-NO" sz="3300" noProof="0"/>
          </a:p>
        </p:txBody>
      </p:sp>
      <p:sp>
        <p:nvSpPr>
          <p:cNvPr id="30" name="Text 28"/>
          <p:cNvSpPr/>
          <p:nvPr/>
        </p:nvSpPr>
        <p:spPr>
          <a:xfrm>
            <a:off x="2286000" y="7756134"/>
            <a:ext cx="15147798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3600" kern="0" spc="-36" noProof="0">
                <a:solidFill>
                  <a:srgbClr val="231F20"/>
                </a:solidFill>
                <a:latin typeface="Fraunces 72pt" pitchFamily="2" charset="0"/>
                <a:ea typeface="Fraunces" pitchFamily="34" charset="-122"/>
                <a:cs typeface="Fraunces" pitchFamily="34" charset="-120"/>
              </a:rPr>
              <a:t>Fagutvikling</a:t>
            </a:r>
            <a:endParaRPr lang="nb-NO" sz="3600" noProof="0">
              <a:latin typeface="Fraunces 72pt" pitchFamily="2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2286000" y="8375259"/>
            <a:ext cx="1514779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nb-NO" sz="2250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Sterkt og samlet AFT</a:t>
            </a:r>
            <a:endParaRPr lang="nb-NO" sz="2250" noProof="0"/>
          </a:p>
        </p:txBody>
      </p:sp>
      <p:sp>
        <p:nvSpPr>
          <p:cNvPr id="32" name="Shape 30"/>
          <p:cNvSpPr/>
          <p:nvPr/>
        </p:nvSpPr>
        <p:spPr>
          <a:xfrm>
            <a:off x="16992600" y="8160946"/>
            <a:ext cx="152400" cy="152400"/>
          </a:xfrm>
          <a:prstGeom prst="ellipse">
            <a:avLst/>
          </a:prstGeom>
          <a:solidFill>
            <a:srgbClr val="E86E24"/>
          </a:solidFill>
          <a:ln/>
        </p:spPr>
        <p:txBody>
          <a:bodyPr/>
          <a:lstStyle/>
          <a:p>
            <a:endParaRPr lang="nb-NO" noProof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3D5A7A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3" name="Text 1"/>
          <p:cNvSpPr/>
          <p:nvPr/>
        </p:nvSpPr>
        <p:spPr>
          <a:xfrm>
            <a:off x="1143000" y="1047750"/>
            <a:ext cx="164820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nb-NO" sz="1800" kern="0" spc="360" noProof="0">
                <a:solidFill>
                  <a:srgbClr val="F4EFE6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 1 · POLITISK BAKTEPPE</a:t>
            </a:r>
            <a:endParaRPr lang="nb-NO" sz="1800" noProof="0"/>
          </a:p>
        </p:txBody>
      </p:sp>
      <p:sp>
        <p:nvSpPr>
          <p:cNvPr id="5" name="Text 3"/>
          <p:cNvSpPr/>
          <p:nvPr/>
        </p:nvSpPr>
        <p:spPr>
          <a:xfrm>
            <a:off x="1143000" y="3502170"/>
            <a:ext cx="16274761" cy="4016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nb-NO" sz="15000" kern="0" spc="-450" noProof="0" dirty="0">
                <a:solidFill>
                  <a:srgbClr val="FAFAFA"/>
                </a:solidFill>
                <a:latin typeface="Fraunces 72pt" pitchFamily="2" charset="0"/>
                <a:ea typeface="Fraunces" pitchFamily="34" charset="-122"/>
                <a:cs typeface="Fraunces" pitchFamily="34" charset="-120"/>
              </a:rPr>
              <a:t>Politisk bakteppe.</a:t>
            </a:r>
            <a:endParaRPr lang="nb-NO" sz="15000" noProof="0" dirty="0">
              <a:latin typeface="Fraunces 72pt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43000" y="9039225"/>
            <a:ext cx="164820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>
                <a:solidFill>
                  <a:srgbClr val="F4EFE6">
                    <a:alpha val="50000"/>
                  </a:srgbClr>
                </a:solidFill>
                <a:latin typeface="JetBrains Mono" pitchFamily="34" charset="0"/>
                <a:ea typeface="JetBrains Mono"/>
                <a:cs typeface="JetBrains Mono" pitchFamily="34" charset="-120"/>
              </a:rPr>
              <a:t>SPS</a:t>
            </a:r>
            <a:r>
              <a:rPr lang="nb-NO" sz="1800" noProof="0">
                <a:solidFill>
                  <a:srgbClr val="F4EFE6">
                    <a:alpha val="50000"/>
                  </a:srgbClr>
                </a:solidFill>
                <a:latin typeface="JetBrains Mono"/>
                <a:ea typeface="JetBrains Mono"/>
                <a:cs typeface="JetBrains Mono" pitchFamily="34" charset="-120"/>
              </a:rPr>
              <a:t> · AFT 2026</a:t>
            </a:r>
            <a:endParaRPr lang="nb-NO" sz="1800" noProof="0">
              <a:latin typeface="JetBrains Mono"/>
              <a:ea typeface="JetBrains Mon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1143000" y="671513"/>
            <a:ext cx="266700" cy="19050"/>
          </a:xfrm>
          <a:prstGeom prst="rect">
            <a:avLst/>
          </a:prstGeom>
          <a:solidFill>
            <a:srgbClr val="3D5A7A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4" name="Text 2"/>
          <p:cNvSpPr/>
          <p:nvPr/>
        </p:nvSpPr>
        <p:spPr>
          <a:xfrm>
            <a:off x="1581150" y="542925"/>
            <a:ext cx="421111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nb-NO" sz="1800" kern="0" spc="288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POLITISK BAKTEPPE · 1 AV 3</a:t>
            </a:r>
            <a:endParaRPr lang="nb-NO" sz="1800" noProof="0"/>
          </a:p>
        </p:txBody>
      </p:sp>
      <p:sp>
        <p:nvSpPr>
          <p:cNvPr id="5" name="Text 3"/>
          <p:cNvSpPr/>
          <p:nvPr/>
        </p:nvSpPr>
        <p:spPr>
          <a:xfrm>
            <a:off x="14712553" y="533400"/>
            <a:ext cx="250864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1800" kern="0" spc="288" noProof="0">
                <a:solidFill>
                  <a:srgbClr val="5A554F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SPS · AFT 2026</a:t>
            </a:r>
            <a:endParaRPr lang="nb-NO" sz="1800" noProof="0"/>
          </a:p>
        </p:txBody>
      </p:sp>
      <p:sp>
        <p:nvSpPr>
          <p:cNvPr id="6" name="Text 4"/>
          <p:cNvSpPr/>
          <p:nvPr/>
        </p:nvSpPr>
        <p:spPr>
          <a:xfrm>
            <a:off x="1143000" y="3562201"/>
            <a:ext cx="775049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nb-NO" sz="1800" b="1" kern="0" spc="324" noProof="0">
                <a:solidFill>
                  <a:srgbClr val="3D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MELD. ST. 32 (2020–2021)</a:t>
            </a:r>
            <a:endParaRPr lang="nb-NO" sz="1800" noProof="0"/>
          </a:p>
        </p:txBody>
      </p:sp>
      <p:sp>
        <p:nvSpPr>
          <p:cNvPr id="7" name="Text 5"/>
          <p:cNvSpPr/>
          <p:nvPr/>
        </p:nvSpPr>
        <p:spPr>
          <a:xfrm>
            <a:off x="1143000" y="4067026"/>
            <a:ext cx="7750492" cy="79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nb-NO" sz="5700" kern="0" spc="-114" noProof="0" dirty="0">
                <a:solidFill>
                  <a:srgbClr val="231F20"/>
                </a:solidFill>
                <a:latin typeface="Fraunces 72pt" pitchFamily="2" charset="0"/>
                <a:ea typeface="Fraunces" pitchFamily="34" charset="-122"/>
                <a:cs typeface="Fraunces" pitchFamily="34" charset="-120"/>
              </a:rPr>
              <a:t>«Ingen utenfor»</a:t>
            </a:r>
            <a:endParaRPr lang="nb-NO" sz="5700" noProof="0" dirty="0">
              <a:latin typeface="Fraunces 72pt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43000" y="5200799"/>
            <a:ext cx="6867525" cy="2038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nb-NO" sz="2250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Solberg-regjeringen satte utenforskap i arbeidslivet på agendaen som en stor samfunnsutfordring, og varslet at arbeidsmarkedstiltak må bli mer </a:t>
            </a:r>
            <a:r>
              <a:rPr lang="nb-NO" sz="2250" i="1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innovative og mangfoldige </a:t>
            </a:r>
            <a:r>
              <a:rPr lang="nb-NO" sz="2250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nb-NO" sz="2250" noProof="0"/>
          </a:p>
        </p:txBody>
      </p:sp>
      <p:sp>
        <p:nvSpPr>
          <p:cNvPr id="9" name="Shape 7"/>
          <p:cNvSpPr/>
          <p:nvPr/>
        </p:nvSpPr>
        <p:spPr>
          <a:xfrm>
            <a:off x="9620250" y="2947988"/>
            <a:ext cx="7524750" cy="4867275"/>
          </a:xfrm>
          <a:prstGeom prst="rect">
            <a:avLst/>
          </a:prstGeom>
          <a:solidFill>
            <a:srgbClr val="F1ECE3"/>
          </a:solidFill>
          <a:ln w="9525">
            <a:solidFill>
              <a:srgbClr val="D8D2C5"/>
            </a:solidFill>
            <a:prstDash val="solid"/>
          </a:ln>
        </p:spPr>
        <p:txBody>
          <a:bodyPr/>
          <a:lstStyle/>
          <a:p>
            <a:endParaRPr lang="nb-NO" noProof="0"/>
          </a:p>
        </p:txBody>
      </p:sp>
      <p:sp>
        <p:nvSpPr>
          <p:cNvPr id="10" name="Text 8"/>
          <p:cNvSpPr/>
          <p:nvPr/>
        </p:nvSpPr>
        <p:spPr>
          <a:xfrm>
            <a:off x="10163175" y="3490913"/>
            <a:ext cx="663206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b="1" kern="0" spc="288">
                <a:solidFill>
                  <a:srgbClr val="3D5A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NØKKELPUNKT</a:t>
            </a:r>
            <a:endParaRPr lang="nb-NO" sz="1800" noProof="0"/>
          </a:p>
        </p:txBody>
      </p:sp>
      <p:sp>
        <p:nvSpPr>
          <p:cNvPr id="11" name="Text 9"/>
          <p:cNvSpPr/>
          <p:nvPr/>
        </p:nvSpPr>
        <p:spPr>
          <a:xfrm>
            <a:off x="9925669" y="4052888"/>
            <a:ext cx="684314" cy="1149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nb-NO" sz="2250" b="1" noProof="0">
                <a:solidFill>
                  <a:srgbClr val="3D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0 1</a:t>
            </a:r>
            <a:endParaRPr lang="nb-NO" sz="2250" noProof="0"/>
          </a:p>
        </p:txBody>
      </p:sp>
      <p:sp>
        <p:nvSpPr>
          <p:cNvPr id="12" name="Text 10"/>
          <p:cNvSpPr/>
          <p:nvPr/>
        </p:nvSpPr>
        <p:spPr>
          <a:xfrm>
            <a:off x="10601325" y="4052888"/>
            <a:ext cx="6180773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nb-NO" sz="2250" noProof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Utenforskap er definert som et av samfunnets store problem – politisk forpliktelse på tvers av regjeringer.</a:t>
            </a:r>
            <a:endParaRPr lang="nb-NO" sz="2250" noProof="0"/>
          </a:p>
        </p:txBody>
      </p:sp>
      <p:sp>
        <p:nvSpPr>
          <p:cNvPr id="13" name="Text 11"/>
          <p:cNvSpPr/>
          <p:nvPr/>
        </p:nvSpPr>
        <p:spPr>
          <a:xfrm>
            <a:off x="9925669" y="5373524"/>
            <a:ext cx="591497" cy="853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nb-NO" sz="2250" b="1" noProof="0">
                <a:solidFill>
                  <a:srgbClr val="3D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0 2</a:t>
            </a:r>
            <a:endParaRPr lang="nb-NO" sz="2250" noProof="0"/>
          </a:p>
        </p:txBody>
      </p:sp>
      <p:sp>
        <p:nvSpPr>
          <p:cNvPr id="14" name="Text 12"/>
          <p:cNvSpPr/>
          <p:nvPr/>
        </p:nvSpPr>
        <p:spPr>
          <a:xfrm>
            <a:off x="10642104" y="5462588"/>
            <a:ext cx="613877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nb-NO" sz="2250" noProof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Forventninger om at tiltaksapparatet skal fornye seg.</a:t>
            </a:r>
            <a:endParaRPr lang="nb-NO" sz="2250" noProof="0"/>
          </a:p>
        </p:txBody>
      </p:sp>
      <p:sp>
        <p:nvSpPr>
          <p:cNvPr id="15" name="Text 13"/>
          <p:cNvSpPr/>
          <p:nvPr/>
        </p:nvSpPr>
        <p:spPr>
          <a:xfrm>
            <a:off x="9925669" y="6472238"/>
            <a:ext cx="683609" cy="7788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nb-NO" sz="2250" b="1" noProof="0">
                <a:solidFill>
                  <a:srgbClr val="3D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0 3</a:t>
            </a:r>
            <a:endParaRPr lang="nb-NO" sz="2250" noProof="0"/>
          </a:p>
        </p:txBody>
      </p:sp>
      <p:sp>
        <p:nvSpPr>
          <p:cNvPr id="16" name="Text 14"/>
          <p:cNvSpPr/>
          <p:nvPr/>
        </p:nvSpPr>
        <p:spPr>
          <a:xfrm>
            <a:off x="10615464" y="6472238"/>
            <a:ext cx="616621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nb-NO" sz="2250" noProof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Demografi og samfunnsøkonomi er underliggende drivere.</a:t>
            </a:r>
            <a:endParaRPr lang="nb-NO" sz="2250" noProof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1143000" y="671513"/>
            <a:ext cx="266700" cy="19050"/>
          </a:xfrm>
          <a:prstGeom prst="rect">
            <a:avLst/>
          </a:prstGeom>
          <a:solidFill>
            <a:srgbClr val="3D5A7A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4" name="Text 2"/>
          <p:cNvSpPr/>
          <p:nvPr/>
        </p:nvSpPr>
        <p:spPr>
          <a:xfrm>
            <a:off x="1581150" y="542925"/>
            <a:ext cx="425847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nb-NO" sz="1800" kern="0" spc="288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POLITISK BAKTEPPE · 2 AV 3</a:t>
            </a:r>
            <a:endParaRPr lang="nb-NO" sz="1800" noProof="0"/>
          </a:p>
        </p:txBody>
      </p:sp>
      <p:sp>
        <p:nvSpPr>
          <p:cNvPr id="5" name="Text 3"/>
          <p:cNvSpPr/>
          <p:nvPr/>
        </p:nvSpPr>
        <p:spPr>
          <a:xfrm>
            <a:off x="14712553" y="533400"/>
            <a:ext cx="250864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1800" kern="0" spc="288" noProof="0">
                <a:solidFill>
                  <a:srgbClr val="5A554F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SPS · AFT 2026</a:t>
            </a:r>
            <a:endParaRPr lang="nb-NO" sz="1800" noProof="0"/>
          </a:p>
        </p:txBody>
      </p:sp>
      <p:sp>
        <p:nvSpPr>
          <p:cNvPr id="6" name="Text 4"/>
          <p:cNvSpPr/>
          <p:nvPr/>
        </p:nvSpPr>
        <p:spPr>
          <a:xfrm>
            <a:off x="1143000" y="1428750"/>
            <a:ext cx="164820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nb-NO" sz="1800" b="1" kern="0" spc="324" noProof="0">
                <a:solidFill>
                  <a:srgbClr val="3D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MELD. ST. 33 (2023–2024)</a:t>
            </a:r>
            <a:endParaRPr lang="nb-NO" sz="1800" noProof="0"/>
          </a:p>
        </p:txBody>
      </p:sp>
      <p:sp>
        <p:nvSpPr>
          <p:cNvPr id="7" name="Text 5"/>
          <p:cNvSpPr/>
          <p:nvPr/>
        </p:nvSpPr>
        <p:spPr>
          <a:xfrm>
            <a:off x="1143000" y="1933575"/>
            <a:ext cx="14716125" cy="79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nb-NO" sz="5700" kern="0" spc="-114" noProof="0" dirty="0">
                <a:solidFill>
                  <a:srgbClr val="231F20"/>
                </a:solidFill>
                <a:latin typeface="Fraunces 72pt" pitchFamily="2" charset="0"/>
                <a:ea typeface="Fraunces" pitchFamily="34" charset="-122"/>
                <a:cs typeface="Fraunces" pitchFamily="34" charset="-120"/>
              </a:rPr>
              <a:t>«En forsterket arbeidslinje» spisser kravene</a:t>
            </a:r>
            <a:endParaRPr lang="nb-NO" sz="5700" noProof="0" dirty="0">
              <a:latin typeface="Fraunces 72pt" pitchFamily="2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143000" y="3219748"/>
            <a:ext cx="3771900" cy="6114752"/>
          </a:xfrm>
          <a:prstGeom prst="rect">
            <a:avLst/>
          </a:prstGeom>
          <a:solidFill>
            <a:srgbClr val="F1ECE3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9" name="Shape 7"/>
          <p:cNvSpPr/>
          <p:nvPr/>
        </p:nvSpPr>
        <p:spPr>
          <a:xfrm>
            <a:off x="1143000" y="3219748"/>
            <a:ext cx="3771900" cy="28575"/>
          </a:xfrm>
          <a:prstGeom prst="rect">
            <a:avLst/>
          </a:prstGeom>
          <a:solidFill>
            <a:srgbClr val="3D5A7A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10" name="Text 8"/>
          <p:cNvSpPr/>
          <p:nvPr/>
        </p:nvSpPr>
        <p:spPr>
          <a:xfrm>
            <a:off x="1485900" y="3591223"/>
            <a:ext cx="317868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1800" kern="0" spc="180" noProof="0">
                <a:solidFill>
                  <a:srgbClr val="3D5A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nb-NO" sz="1800" noProof="0"/>
          </a:p>
        </p:txBody>
      </p:sp>
      <p:sp>
        <p:nvSpPr>
          <p:cNvPr id="11" name="Text 9"/>
          <p:cNvSpPr/>
          <p:nvPr/>
        </p:nvSpPr>
        <p:spPr>
          <a:xfrm>
            <a:off x="1485900" y="4038898"/>
            <a:ext cx="3178683" cy="8265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nb-NO" sz="2700" kern="0" spc="-27" noProof="0">
                <a:solidFill>
                  <a:srgbClr val="231F2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Konkrete sysselsettingsmål</a:t>
            </a:r>
            <a:endParaRPr lang="nb-NO" sz="2700" noProof="0"/>
          </a:p>
        </p:txBody>
      </p:sp>
      <p:sp>
        <p:nvSpPr>
          <p:cNvPr id="12" name="Text 10"/>
          <p:cNvSpPr/>
          <p:nvPr/>
        </p:nvSpPr>
        <p:spPr>
          <a:xfrm>
            <a:off x="1485900" y="8031659"/>
            <a:ext cx="3178683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nb-NO" sz="1800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Tydeligere forventninger til hva tiltaksapparatet skal levere.</a:t>
            </a:r>
            <a:endParaRPr lang="nb-NO" sz="1800" noProof="0"/>
          </a:p>
        </p:txBody>
      </p:sp>
      <p:sp>
        <p:nvSpPr>
          <p:cNvPr id="13" name="Shape 11"/>
          <p:cNvSpPr/>
          <p:nvPr/>
        </p:nvSpPr>
        <p:spPr>
          <a:xfrm>
            <a:off x="5219700" y="3219748"/>
            <a:ext cx="3771900" cy="6114752"/>
          </a:xfrm>
          <a:prstGeom prst="rect">
            <a:avLst/>
          </a:prstGeom>
          <a:solidFill>
            <a:srgbClr val="F1ECE3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14" name="Shape 12"/>
          <p:cNvSpPr/>
          <p:nvPr/>
        </p:nvSpPr>
        <p:spPr>
          <a:xfrm>
            <a:off x="5219700" y="3219748"/>
            <a:ext cx="3771900" cy="28575"/>
          </a:xfrm>
          <a:prstGeom prst="rect">
            <a:avLst/>
          </a:prstGeom>
          <a:solidFill>
            <a:srgbClr val="3D5A7A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15" name="Text 13"/>
          <p:cNvSpPr/>
          <p:nvPr/>
        </p:nvSpPr>
        <p:spPr>
          <a:xfrm>
            <a:off x="5562600" y="3591223"/>
            <a:ext cx="317868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1800" kern="0" spc="180" noProof="0">
                <a:solidFill>
                  <a:srgbClr val="3D5A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nb-NO" sz="1800" noProof="0"/>
          </a:p>
        </p:txBody>
      </p:sp>
      <p:sp>
        <p:nvSpPr>
          <p:cNvPr id="16" name="Text 14"/>
          <p:cNvSpPr/>
          <p:nvPr/>
        </p:nvSpPr>
        <p:spPr>
          <a:xfrm>
            <a:off x="5562600" y="4038898"/>
            <a:ext cx="3178683" cy="4323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nb-NO" sz="2700" kern="0" spc="-27" noProof="0" dirty="0">
                <a:solidFill>
                  <a:srgbClr val="231F20"/>
                </a:solidFill>
                <a:latin typeface="Fraunces 72pt" pitchFamily="2" charset="0"/>
                <a:ea typeface="Fraunces" pitchFamily="34" charset="-122"/>
                <a:cs typeface="Fraunces" pitchFamily="34" charset="-120"/>
              </a:rPr>
              <a:t>Ordinært arbeidsliv</a:t>
            </a:r>
            <a:endParaRPr lang="nb-NO" sz="2700" noProof="0" dirty="0">
              <a:latin typeface="Fraunces 72pt" pitchFamily="2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562600" y="8031659"/>
            <a:ext cx="3178683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nb-NO" sz="1800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Trekkes frem som den viktigste arenaen for tiltaksaktivitet.</a:t>
            </a:r>
            <a:endParaRPr lang="nb-NO" sz="1800" noProof="0"/>
          </a:p>
        </p:txBody>
      </p:sp>
      <p:sp>
        <p:nvSpPr>
          <p:cNvPr id="18" name="Shape 16"/>
          <p:cNvSpPr/>
          <p:nvPr/>
        </p:nvSpPr>
        <p:spPr>
          <a:xfrm>
            <a:off x="9296400" y="3219748"/>
            <a:ext cx="3771900" cy="6114752"/>
          </a:xfrm>
          <a:prstGeom prst="rect">
            <a:avLst/>
          </a:prstGeom>
          <a:solidFill>
            <a:srgbClr val="F1ECE3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19" name="Shape 17"/>
          <p:cNvSpPr/>
          <p:nvPr/>
        </p:nvSpPr>
        <p:spPr>
          <a:xfrm>
            <a:off x="9296400" y="3219748"/>
            <a:ext cx="3771900" cy="28575"/>
          </a:xfrm>
          <a:prstGeom prst="rect">
            <a:avLst/>
          </a:prstGeom>
          <a:solidFill>
            <a:srgbClr val="3D5A7A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20" name="Text 18"/>
          <p:cNvSpPr/>
          <p:nvPr/>
        </p:nvSpPr>
        <p:spPr>
          <a:xfrm>
            <a:off x="9639300" y="3591223"/>
            <a:ext cx="317868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1800" kern="0" spc="180" noProof="0">
                <a:solidFill>
                  <a:srgbClr val="3D5A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nb-NO" sz="1800" noProof="0"/>
          </a:p>
        </p:txBody>
      </p:sp>
      <p:sp>
        <p:nvSpPr>
          <p:cNvPr id="21" name="Text 19"/>
          <p:cNvSpPr/>
          <p:nvPr/>
        </p:nvSpPr>
        <p:spPr>
          <a:xfrm>
            <a:off x="9639300" y="4038898"/>
            <a:ext cx="3178683" cy="8265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nb-NO" sz="2700" kern="0" spc="-27" noProof="0">
                <a:solidFill>
                  <a:srgbClr val="231F20"/>
                </a:solidFill>
                <a:latin typeface="Fraunces 72pt" pitchFamily="2" charset="0"/>
                <a:ea typeface="Fraunces" pitchFamily="34" charset="-122"/>
                <a:cs typeface="Fraunces" pitchFamily="34" charset="-120"/>
              </a:rPr>
              <a:t>Kunnskapsbasert bruk</a:t>
            </a:r>
            <a:endParaRPr lang="nb-NO" sz="2700" noProof="0">
              <a:latin typeface="Fraunces 72pt" pitchFamily="2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639300" y="8031659"/>
            <a:ext cx="3178683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nb-NO" sz="1800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Lokalt handlingsrom hos Nav-kontorene — men forskningsforankret.</a:t>
            </a:r>
            <a:endParaRPr lang="nb-NO" sz="1800" noProof="0"/>
          </a:p>
        </p:txBody>
      </p:sp>
      <p:sp>
        <p:nvSpPr>
          <p:cNvPr id="23" name="Shape 21"/>
          <p:cNvSpPr/>
          <p:nvPr/>
        </p:nvSpPr>
        <p:spPr>
          <a:xfrm>
            <a:off x="13373100" y="3219748"/>
            <a:ext cx="3771900" cy="6114752"/>
          </a:xfrm>
          <a:prstGeom prst="rect">
            <a:avLst/>
          </a:prstGeom>
          <a:solidFill>
            <a:srgbClr val="F1ECE3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24" name="Shape 22"/>
          <p:cNvSpPr/>
          <p:nvPr/>
        </p:nvSpPr>
        <p:spPr>
          <a:xfrm>
            <a:off x="13373100" y="3219748"/>
            <a:ext cx="3771900" cy="28575"/>
          </a:xfrm>
          <a:prstGeom prst="rect">
            <a:avLst/>
          </a:prstGeom>
          <a:solidFill>
            <a:srgbClr val="3D5A7A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25" name="Text 23"/>
          <p:cNvSpPr/>
          <p:nvPr/>
        </p:nvSpPr>
        <p:spPr>
          <a:xfrm>
            <a:off x="13716000" y="3591223"/>
            <a:ext cx="317868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1800" kern="0" spc="180" noProof="0">
                <a:solidFill>
                  <a:srgbClr val="3D5A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nb-NO" sz="1800" noProof="0"/>
          </a:p>
        </p:txBody>
      </p:sp>
      <p:sp>
        <p:nvSpPr>
          <p:cNvPr id="26" name="Text 24"/>
          <p:cNvSpPr/>
          <p:nvPr/>
        </p:nvSpPr>
        <p:spPr>
          <a:xfrm>
            <a:off x="13716000" y="4038898"/>
            <a:ext cx="3178683" cy="8265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nb-NO" sz="2700" kern="0" spc="-27" noProof="0">
                <a:solidFill>
                  <a:srgbClr val="231F20"/>
                </a:solidFill>
                <a:latin typeface="Fraunces 72pt" pitchFamily="2" charset="0"/>
                <a:ea typeface="Fraunces" pitchFamily="34" charset="-122"/>
                <a:cs typeface="Fraunces" pitchFamily="34" charset="-120"/>
              </a:rPr>
              <a:t>Resultat over deltakelse</a:t>
            </a:r>
            <a:endParaRPr lang="nb-NO" sz="2700" noProof="0">
              <a:latin typeface="Fraunces 72pt" pitchFamily="2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3716000" y="8351639"/>
            <a:ext cx="3178683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nb-NO" sz="1800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Indikatorer skal måle reell, varig tilknytning til arbeid.</a:t>
            </a:r>
            <a:endParaRPr lang="nb-NO" sz="1800" noProof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1143000" y="671513"/>
            <a:ext cx="266700" cy="19050"/>
          </a:xfrm>
          <a:prstGeom prst="rect">
            <a:avLst/>
          </a:prstGeom>
          <a:solidFill>
            <a:srgbClr val="3D5A7A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4" name="Text 2"/>
          <p:cNvSpPr/>
          <p:nvPr/>
        </p:nvSpPr>
        <p:spPr>
          <a:xfrm>
            <a:off x="1581150" y="542925"/>
            <a:ext cx="426108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nb-NO" sz="1800" kern="0" spc="288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POLITISK BAKTEPPE · 3 AV 3</a:t>
            </a:r>
            <a:endParaRPr lang="nb-NO" sz="1800" noProof="0"/>
          </a:p>
        </p:txBody>
      </p:sp>
      <p:sp>
        <p:nvSpPr>
          <p:cNvPr id="5" name="Text 3"/>
          <p:cNvSpPr/>
          <p:nvPr/>
        </p:nvSpPr>
        <p:spPr>
          <a:xfrm>
            <a:off x="14712553" y="533400"/>
            <a:ext cx="250864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1800" kern="0" spc="288" noProof="0">
                <a:solidFill>
                  <a:srgbClr val="5A554F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SPS · AFT 2026</a:t>
            </a:r>
            <a:endParaRPr lang="nb-NO" sz="1800" noProof="0"/>
          </a:p>
        </p:txBody>
      </p:sp>
      <p:sp>
        <p:nvSpPr>
          <p:cNvPr id="6" name="Text 4"/>
          <p:cNvSpPr/>
          <p:nvPr/>
        </p:nvSpPr>
        <p:spPr>
          <a:xfrm>
            <a:off x="1143000" y="2552402"/>
            <a:ext cx="811946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nb-NO" sz="1800" b="1" kern="0" spc="324" noProof="0">
                <a:solidFill>
                  <a:srgbClr val="3D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RELEVANT FOR OSS?</a:t>
            </a:r>
            <a:endParaRPr lang="nb-NO" sz="1800" noProof="0"/>
          </a:p>
        </p:txBody>
      </p:sp>
      <p:sp>
        <p:nvSpPr>
          <p:cNvPr id="7" name="Text 5"/>
          <p:cNvSpPr/>
          <p:nvPr/>
        </p:nvSpPr>
        <p:spPr>
          <a:xfrm>
            <a:off x="1143000" y="3091863"/>
            <a:ext cx="8361923" cy="15090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nb-NO" sz="5700" kern="0" spc="-114" noProof="0" dirty="0">
                <a:solidFill>
                  <a:srgbClr val="231F20"/>
                </a:solidFill>
                <a:latin typeface="Fraunces 72pt" pitchFamily="2" charset="0"/>
                <a:ea typeface="Fraunces" pitchFamily="34" charset="-122"/>
                <a:cs typeface="Fraunces" pitchFamily="34" charset="-120"/>
              </a:rPr>
              <a:t>Skjermet fra anbud — men ikke fra forventninger.</a:t>
            </a:r>
            <a:endParaRPr lang="nb-NO" sz="5700" noProof="0" dirty="0">
              <a:latin typeface="Fraunces 72pt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43000" y="4943773"/>
            <a:ext cx="8119469" cy="136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nb-NO" sz="2250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Forhåndsgodkjenning og finansieringsmodellen ligger fast. Den faglige og politiske forankringen for å beholde dagens ordning er fortsatt sterk!</a:t>
            </a:r>
            <a:endParaRPr lang="nb-NO" sz="2250" noProof="0"/>
          </a:p>
        </p:txBody>
      </p:sp>
      <p:sp>
        <p:nvSpPr>
          <p:cNvPr id="9" name="Shape 7"/>
          <p:cNvSpPr/>
          <p:nvPr/>
        </p:nvSpPr>
        <p:spPr>
          <a:xfrm>
            <a:off x="1143000" y="8201323"/>
            <a:ext cx="7620000" cy="9525"/>
          </a:xfrm>
          <a:prstGeom prst="rect">
            <a:avLst/>
          </a:prstGeom>
          <a:solidFill>
            <a:srgbClr val="D8D2C5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10" name="Shape 8"/>
          <p:cNvSpPr/>
          <p:nvPr/>
        </p:nvSpPr>
        <p:spPr>
          <a:xfrm>
            <a:off x="1143000" y="6448723"/>
            <a:ext cx="7620000" cy="19050"/>
          </a:xfrm>
          <a:prstGeom prst="rect">
            <a:avLst/>
          </a:prstGeom>
          <a:solidFill>
            <a:srgbClr val="231F20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11" name="Text 9"/>
          <p:cNvSpPr/>
          <p:nvPr/>
        </p:nvSpPr>
        <p:spPr>
          <a:xfrm>
            <a:off x="1143000" y="6734473"/>
            <a:ext cx="8368145" cy="1476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nb-NO" sz="2250" noProof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Mangelen på konkurranse kan ikke gjøre oss sløve. Vi må aktivt utvikle tjenestene for å være en relevant og verdifull aktør.</a:t>
            </a:r>
            <a:endParaRPr lang="nb-NO" sz="2250" noProof="0"/>
          </a:p>
        </p:txBody>
      </p:sp>
      <p:sp>
        <p:nvSpPr>
          <p:cNvPr id="12" name="Shape 10"/>
          <p:cNvSpPr/>
          <p:nvPr/>
        </p:nvSpPr>
        <p:spPr>
          <a:xfrm>
            <a:off x="9978479" y="2507159"/>
            <a:ext cx="7166521" cy="2828925"/>
          </a:xfrm>
          <a:prstGeom prst="rect">
            <a:avLst/>
          </a:prstGeom>
          <a:solidFill>
            <a:srgbClr val="3D5A7A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13" name="Text 11"/>
          <p:cNvSpPr/>
          <p:nvPr/>
        </p:nvSpPr>
        <p:spPr>
          <a:xfrm>
            <a:off x="10397579" y="2926259"/>
            <a:ext cx="65181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1800" kern="0" spc="288" noProof="0">
                <a:solidFill>
                  <a:srgbClr val="FAFAFA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NOU 2024:17</a:t>
            </a:r>
            <a:endParaRPr lang="nb-NO" sz="1800" noProof="0"/>
          </a:p>
        </p:txBody>
      </p:sp>
      <p:sp>
        <p:nvSpPr>
          <p:cNvPr id="14" name="Text 12"/>
          <p:cNvSpPr/>
          <p:nvPr/>
        </p:nvSpPr>
        <p:spPr>
          <a:xfrm>
            <a:off x="10397579" y="3373934"/>
            <a:ext cx="6518170" cy="1581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nb-NO" sz="2250" noProof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mest sårbare brukerne bør få tiltak fra det offentlige eller ideelle aktører — </a:t>
            </a:r>
            <a:r>
              <a:rPr lang="nb-NO" sz="2250" i="1" noProof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tillit, langsiktighet og faglige forpliktelser </a:t>
            </a:r>
            <a:r>
              <a:rPr lang="nb-NO" sz="2250" noProof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blir styrende.</a:t>
            </a:r>
            <a:endParaRPr lang="nb-NO" sz="2250" noProof="0"/>
          </a:p>
        </p:txBody>
      </p:sp>
      <p:sp>
        <p:nvSpPr>
          <p:cNvPr id="15" name="Shape 13"/>
          <p:cNvSpPr/>
          <p:nvPr/>
        </p:nvSpPr>
        <p:spPr>
          <a:xfrm>
            <a:off x="9978479" y="5564684"/>
            <a:ext cx="7166521" cy="2691408"/>
          </a:xfrm>
          <a:prstGeom prst="rect">
            <a:avLst/>
          </a:prstGeom>
          <a:solidFill>
            <a:srgbClr val="F1ECE3"/>
          </a:solidFill>
          <a:ln w="9525">
            <a:solidFill>
              <a:srgbClr val="D8D2C5"/>
            </a:solidFill>
            <a:prstDash val="solid"/>
          </a:ln>
        </p:spPr>
        <p:txBody>
          <a:bodyPr/>
          <a:lstStyle/>
          <a:p>
            <a:endParaRPr lang="nb-NO" noProof="0"/>
          </a:p>
        </p:txBody>
      </p:sp>
      <p:sp>
        <p:nvSpPr>
          <p:cNvPr id="16" name="Text 14"/>
          <p:cNvSpPr/>
          <p:nvPr/>
        </p:nvSpPr>
        <p:spPr>
          <a:xfrm>
            <a:off x="10407104" y="5993309"/>
            <a:ext cx="649854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1800" b="1" kern="0" spc="288" noProof="0">
                <a:solidFill>
                  <a:srgbClr val="7A2E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OBS: EFFEKTSTUDIER</a:t>
            </a:r>
            <a:endParaRPr lang="nb-NO" sz="1800" noProof="0"/>
          </a:p>
        </p:txBody>
      </p:sp>
      <p:sp>
        <p:nvSpPr>
          <p:cNvPr id="17" name="Text 15"/>
          <p:cNvSpPr/>
          <p:nvPr/>
        </p:nvSpPr>
        <p:spPr>
          <a:xfrm>
            <a:off x="10407104" y="6440984"/>
            <a:ext cx="6498549" cy="17603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nb-NO" sz="1950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Sprikende resultater. Oslo </a:t>
            </a:r>
            <a:r>
              <a:rPr lang="nb-NO" sz="1950" noProof="0" err="1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Economics</a:t>
            </a:r>
            <a:r>
              <a:rPr lang="nb-NO" sz="1950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(2024) konkluderer med at AFT ikke er samfunnsøkonomisk lønnsomt – samtidig understrekes det at resultatene skal tolkes med varsomhet.</a:t>
            </a:r>
            <a:endParaRPr lang="nb-NO" sz="1950" noProof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1143000" y="671513"/>
            <a:ext cx="266700" cy="19050"/>
          </a:xfrm>
          <a:prstGeom prst="rect">
            <a:avLst/>
          </a:prstGeom>
          <a:solidFill>
            <a:srgbClr val="3D5A7A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4" name="Text 2"/>
          <p:cNvSpPr/>
          <p:nvPr/>
        </p:nvSpPr>
        <p:spPr>
          <a:xfrm>
            <a:off x="1581150" y="542925"/>
            <a:ext cx="561328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nb-NO" sz="1800" kern="0" spc="288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POLITISK BAKTEPPE · HØRINGSNOTAT</a:t>
            </a:r>
            <a:endParaRPr lang="nb-NO" sz="1800" noProof="0"/>
          </a:p>
        </p:txBody>
      </p:sp>
      <p:sp>
        <p:nvSpPr>
          <p:cNvPr id="5" name="Text 3"/>
          <p:cNvSpPr/>
          <p:nvPr/>
        </p:nvSpPr>
        <p:spPr>
          <a:xfrm>
            <a:off x="14712553" y="533400"/>
            <a:ext cx="250864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1800" kern="0" spc="288" noProof="0">
                <a:solidFill>
                  <a:srgbClr val="5A554F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SPS · AFT 2026</a:t>
            </a:r>
            <a:endParaRPr lang="nb-NO" sz="1800" noProof="0"/>
          </a:p>
        </p:txBody>
      </p:sp>
      <p:sp>
        <p:nvSpPr>
          <p:cNvPr id="6" name="Text 4"/>
          <p:cNvSpPr/>
          <p:nvPr/>
        </p:nvSpPr>
        <p:spPr>
          <a:xfrm>
            <a:off x="1143000" y="1352550"/>
            <a:ext cx="164820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nb-NO" sz="1800" b="1" kern="0" spc="324" noProof="0">
                <a:solidFill>
                  <a:srgbClr val="3D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HØRINGSNOTAT · 27. JUNI 2025</a:t>
            </a:r>
            <a:endParaRPr lang="nb-NO" sz="1800" noProof="0"/>
          </a:p>
        </p:txBody>
      </p:sp>
      <p:sp>
        <p:nvSpPr>
          <p:cNvPr id="7" name="Text 5"/>
          <p:cNvSpPr/>
          <p:nvPr/>
        </p:nvSpPr>
        <p:spPr>
          <a:xfrm>
            <a:off x="1143000" y="1857375"/>
            <a:ext cx="16482060" cy="1543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nb-NO" sz="4800" kern="0" spc="-114" noProof="0" dirty="0">
                <a:solidFill>
                  <a:srgbClr val="231F20"/>
                </a:solidFill>
                <a:latin typeface="Fraunces 72pt" pitchFamily="2" charset="0"/>
                <a:ea typeface="Fraunces" pitchFamily="34" charset="-122"/>
                <a:cs typeface="Fraunces" pitchFamily="34" charset="-120"/>
              </a:rPr>
              <a:t>Endringer i tiltaksforskriften</a:t>
            </a:r>
            <a:endParaRPr lang="nb-NO" sz="4800" noProof="0" dirty="0">
              <a:latin typeface="Fraunces 72pt" pitchFamily="2" charset="0"/>
              <a:ea typeface="Calibri"/>
              <a:cs typeface="Calibri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43000" y="3428999"/>
            <a:ext cx="927115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1800" b="1" kern="0" spc="288" noProof="0">
                <a:solidFill>
                  <a:srgbClr val="3D5A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FEM ENDRINGER I TILTAKSFORSKRIFTEN KAP. 13 (AFT)</a:t>
            </a:r>
            <a:endParaRPr lang="nb-NO" sz="1800" noProof="0"/>
          </a:p>
        </p:txBody>
      </p:sp>
      <p:sp>
        <p:nvSpPr>
          <p:cNvPr id="10" name="Shape 8"/>
          <p:cNvSpPr/>
          <p:nvPr/>
        </p:nvSpPr>
        <p:spPr>
          <a:xfrm>
            <a:off x="1143000" y="3914774"/>
            <a:ext cx="9001125" cy="9525"/>
          </a:xfrm>
          <a:prstGeom prst="rect">
            <a:avLst/>
          </a:prstGeom>
          <a:solidFill>
            <a:srgbClr val="D8D2C5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11" name="Text 9"/>
          <p:cNvSpPr/>
          <p:nvPr/>
        </p:nvSpPr>
        <p:spPr>
          <a:xfrm>
            <a:off x="1143000" y="4114799"/>
            <a:ext cx="381000" cy="620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1650" noProof="0">
                <a:solidFill>
                  <a:srgbClr val="3D5A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nb-NO" sz="1650" noProof="0"/>
          </a:p>
        </p:txBody>
      </p:sp>
      <p:sp>
        <p:nvSpPr>
          <p:cNvPr id="12" name="Text 10"/>
          <p:cNvSpPr/>
          <p:nvPr/>
        </p:nvSpPr>
        <p:spPr>
          <a:xfrm>
            <a:off x="1619250" y="4057649"/>
            <a:ext cx="217170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nb-NO" sz="1950">
                <a:solidFill>
                  <a:srgbClr val="231F20"/>
                </a:solidFill>
                <a:latin typeface="Inter" pitchFamily="34" charset="0"/>
                <a:ea typeface="Inter" pitchFamily="34" charset="-122"/>
              </a:rPr>
              <a:t>Krav – ordinært arbeidsliv</a:t>
            </a:r>
            <a:endParaRPr lang="nb-NO" sz="1950" noProof="0"/>
          </a:p>
        </p:txBody>
      </p:sp>
      <p:sp>
        <p:nvSpPr>
          <p:cNvPr id="13" name="Text 11"/>
          <p:cNvSpPr/>
          <p:nvPr/>
        </p:nvSpPr>
        <p:spPr>
          <a:xfrm>
            <a:off x="3886200" y="4057649"/>
            <a:ext cx="6445663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nb-NO" sz="1800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Arbeidsutprøving i ordinært arbeidsliv som hovedregel — ikke bare et tilbud.</a:t>
            </a:r>
            <a:endParaRPr lang="nb-NO" sz="1800" noProof="0"/>
          </a:p>
        </p:txBody>
      </p:sp>
      <p:sp>
        <p:nvSpPr>
          <p:cNvPr id="14" name="Shape 12"/>
          <p:cNvSpPr/>
          <p:nvPr/>
        </p:nvSpPr>
        <p:spPr>
          <a:xfrm>
            <a:off x="1143000" y="4983360"/>
            <a:ext cx="9001125" cy="9525"/>
          </a:xfrm>
          <a:prstGeom prst="rect">
            <a:avLst/>
          </a:prstGeom>
          <a:solidFill>
            <a:srgbClr val="D8D2C5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15" name="Text 13"/>
          <p:cNvSpPr/>
          <p:nvPr/>
        </p:nvSpPr>
        <p:spPr>
          <a:xfrm>
            <a:off x="1143000" y="5183385"/>
            <a:ext cx="381000" cy="620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1650" noProof="0">
                <a:solidFill>
                  <a:srgbClr val="3D5A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nb-NO" sz="1650" noProof="0"/>
          </a:p>
        </p:txBody>
      </p:sp>
      <p:sp>
        <p:nvSpPr>
          <p:cNvPr id="16" name="Text 14"/>
          <p:cNvSpPr/>
          <p:nvPr/>
        </p:nvSpPr>
        <p:spPr>
          <a:xfrm>
            <a:off x="1619250" y="5126235"/>
            <a:ext cx="217170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nb-NO" sz="1950" noProof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Formell opplæring</a:t>
            </a:r>
            <a:endParaRPr lang="nb-NO" sz="1950" noProof="0"/>
          </a:p>
        </p:txBody>
      </p:sp>
      <p:sp>
        <p:nvSpPr>
          <p:cNvPr id="17" name="Text 15"/>
          <p:cNvSpPr/>
          <p:nvPr/>
        </p:nvSpPr>
        <p:spPr>
          <a:xfrm>
            <a:off x="3886200" y="5126235"/>
            <a:ext cx="6445663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nb-NO" sz="1800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Opplæring og utdanning som gir formell kompetanse kan skje parallelt med AFT</a:t>
            </a:r>
            <a:endParaRPr lang="nb-NO" sz="1800" noProof="0"/>
          </a:p>
        </p:txBody>
      </p:sp>
      <p:sp>
        <p:nvSpPr>
          <p:cNvPr id="18" name="Shape 16"/>
          <p:cNvSpPr/>
          <p:nvPr/>
        </p:nvSpPr>
        <p:spPr>
          <a:xfrm>
            <a:off x="1143000" y="6051946"/>
            <a:ext cx="9001125" cy="9525"/>
          </a:xfrm>
          <a:prstGeom prst="rect">
            <a:avLst/>
          </a:prstGeom>
          <a:solidFill>
            <a:srgbClr val="D8D2C5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19" name="Text 17"/>
          <p:cNvSpPr/>
          <p:nvPr/>
        </p:nvSpPr>
        <p:spPr>
          <a:xfrm>
            <a:off x="1143000" y="6251971"/>
            <a:ext cx="381000" cy="620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1650" noProof="0">
                <a:solidFill>
                  <a:srgbClr val="3D5A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nb-NO" sz="1650" noProof="0"/>
          </a:p>
        </p:txBody>
      </p:sp>
      <p:sp>
        <p:nvSpPr>
          <p:cNvPr id="20" name="Text 18"/>
          <p:cNvSpPr/>
          <p:nvPr/>
        </p:nvSpPr>
        <p:spPr>
          <a:xfrm>
            <a:off x="1619250" y="6194821"/>
            <a:ext cx="217170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nb-NO" sz="1950" noProof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Oppfølging etter ansettelse</a:t>
            </a:r>
            <a:endParaRPr lang="nb-NO" sz="1950" noProof="0"/>
          </a:p>
        </p:txBody>
      </p:sp>
      <p:sp>
        <p:nvSpPr>
          <p:cNvPr id="21" name="Text 19"/>
          <p:cNvSpPr/>
          <p:nvPr/>
        </p:nvSpPr>
        <p:spPr>
          <a:xfrm>
            <a:off x="3886200" y="6194821"/>
            <a:ext cx="6445663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nb-NO" sz="1800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 kan nå følge opp deltakere etter ansettelse eller formell opplærings-/lærekontrakt</a:t>
            </a:r>
            <a:endParaRPr lang="nb-NO" sz="1800" noProof="0"/>
          </a:p>
        </p:txBody>
      </p:sp>
      <p:sp>
        <p:nvSpPr>
          <p:cNvPr id="22" name="Shape 20"/>
          <p:cNvSpPr/>
          <p:nvPr/>
        </p:nvSpPr>
        <p:spPr>
          <a:xfrm>
            <a:off x="1143000" y="7120532"/>
            <a:ext cx="9001125" cy="9525"/>
          </a:xfrm>
          <a:prstGeom prst="rect">
            <a:avLst/>
          </a:prstGeom>
          <a:solidFill>
            <a:srgbClr val="D8D2C5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23" name="Text 21"/>
          <p:cNvSpPr/>
          <p:nvPr/>
        </p:nvSpPr>
        <p:spPr>
          <a:xfrm>
            <a:off x="1143000" y="7320557"/>
            <a:ext cx="381000" cy="620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1650" noProof="0">
                <a:solidFill>
                  <a:srgbClr val="3D5A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nb-NO" sz="1650" noProof="0"/>
          </a:p>
        </p:txBody>
      </p:sp>
      <p:sp>
        <p:nvSpPr>
          <p:cNvPr id="24" name="Text 22"/>
          <p:cNvSpPr/>
          <p:nvPr/>
        </p:nvSpPr>
        <p:spPr>
          <a:xfrm>
            <a:off x="1619250" y="7263407"/>
            <a:ext cx="217170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nb-NO" sz="1950" noProof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Dokumentasjon</a:t>
            </a:r>
            <a:endParaRPr lang="nb-NO" sz="1950" noProof="0"/>
          </a:p>
        </p:txBody>
      </p:sp>
      <p:sp>
        <p:nvSpPr>
          <p:cNvPr id="25" name="Text 23"/>
          <p:cNvSpPr/>
          <p:nvPr/>
        </p:nvSpPr>
        <p:spPr>
          <a:xfrm>
            <a:off x="3886200" y="7263407"/>
            <a:ext cx="6445663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nb-NO">
                <a:solidFill>
                  <a:srgbClr val="5A554F"/>
                </a:solidFill>
                <a:latin typeface="Inter" pitchFamily="34" charset="0"/>
                <a:ea typeface="Inter" pitchFamily="34" charset="-122"/>
              </a:rPr>
              <a:t>Deltakers plan det sentrale dokumentet. Sluttrapport ved endt tiltak tas inn i forskriften.</a:t>
            </a:r>
            <a:endParaRPr lang="nb-NO" sz="1800" noProof="0"/>
          </a:p>
        </p:txBody>
      </p:sp>
      <p:sp>
        <p:nvSpPr>
          <p:cNvPr id="26" name="Shape 24"/>
          <p:cNvSpPr/>
          <p:nvPr/>
        </p:nvSpPr>
        <p:spPr>
          <a:xfrm>
            <a:off x="1143000" y="8189118"/>
            <a:ext cx="9001125" cy="9525"/>
          </a:xfrm>
          <a:prstGeom prst="rect">
            <a:avLst/>
          </a:prstGeom>
          <a:solidFill>
            <a:srgbClr val="D8D2C5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27" name="Text 25"/>
          <p:cNvSpPr/>
          <p:nvPr/>
        </p:nvSpPr>
        <p:spPr>
          <a:xfrm>
            <a:off x="1143000" y="8389143"/>
            <a:ext cx="381000" cy="620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1650" noProof="0">
                <a:solidFill>
                  <a:srgbClr val="3D5A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nb-NO" sz="1650" noProof="0"/>
          </a:p>
        </p:txBody>
      </p:sp>
      <p:sp>
        <p:nvSpPr>
          <p:cNvPr id="28" name="Text 26"/>
          <p:cNvSpPr/>
          <p:nvPr/>
        </p:nvSpPr>
        <p:spPr>
          <a:xfrm>
            <a:off x="1619250" y="8331993"/>
            <a:ext cx="217170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nb-NO" sz="1950" noProof="0">
                <a:solidFill>
                  <a:srgbClr val="231F20"/>
                </a:solidFill>
                <a:latin typeface="Inter" pitchFamily="34" charset="0"/>
                <a:ea typeface="Inter" pitchFamily="34" charset="-122"/>
              </a:rPr>
              <a:t>Differensierte satser</a:t>
            </a:r>
            <a:endParaRPr lang="nb-NO" sz="1950" noProof="0"/>
          </a:p>
        </p:txBody>
      </p:sp>
      <p:sp>
        <p:nvSpPr>
          <p:cNvPr id="29" name="Text 27"/>
          <p:cNvSpPr/>
          <p:nvPr/>
        </p:nvSpPr>
        <p:spPr>
          <a:xfrm>
            <a:off x="3886200" y="8331993"/>
            <a:ext cx="6589027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nb-NO" sz="1800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Tilpassede satser etter faktisk deltakelse, større muligheter for deltakelse på deltid. </a:t>
            </a:r>
            <a:endParaRPr lang="nb-NO" sz="1800" noProof="0"/>
          </a:p>
        </p:txBody>
      </p:sp>
      <p:sp>
        <p:nvSpPr>
          <p:cNvPr id="30" name="Text 28"/>
          <p:cNvSpPr/>
          <p:nvPr/>
        </p:nvSpPr>
        <p:spPr>
          <a:xfrm>
            <a:off x="10715625" y="3401020"/>
            <a:ext cx="662225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1800" b="1" kern="0" spc="288" noProof="0">
                <a:solidFill>
                  <a:srgbClr val="E86E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AFT I TALL (2024)</a:t>
            </a:r>
            <a:endParaRPr lang="nb-NO" sz="1800" noProof="0"/>
          </a:p>
        </p:txBody>
      </p:sp>
      <p:sp>
        <p:nvSpPr>
          <p:cNvPr id="31" name="Shape 29"/>
          <p:cNvSpPr/>
          <p:nvPr/>
        </p:nvSpPr>
        <p:spPr>
          <a:xfrm>
            <a:off x="10715625" y="3896320"/>
            <a:ext cx="6429375" cy="762000"/>
          </a:xfrm>
          <a:prstGeom prst="rect">
            <a:avLst/>
          </a:prstGeom>
          <a:solidFill>
            <a:srgbClr val="F1ECE3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32" name="Shape 30"/>
          <p:cNvSpPr/>
          <p:nvPr/>
        </p:nvSpPr>
        <p:spPr>
          <a:xfrm>
            <a:off x="10715625" y="3886795"/>
            <a:ext cx="28575" cy="762000"/>
          </a:xfrm>
          <a:prstGeom prst="rect">
            <a:avLst/>
          </a:prstGeom>
          <a:solidFill>
            <a:srgbClr val="E86E24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33" name="Text 31"/>
          <p:cNvSpPr/>
          <p:nvPr/>
        </p:nvSpPr>
        <p:spPr>
          <a:xfrm>
            <a:off x="10972800" y="4058245"/>
            <a:ext cx="17907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nb-NO" sz="3300" kern="0" spc="-33" noProof="0" dirty="0">
                <a:solidFill>
                  <a:srgbClr val="E86E24"/>
                </a:solidFill>
                <a:latin typeface="Fraunces 72pt" pitchFamily="2" charset="0"/>
                <a:ea typeface="Fraunces" pitchFamily="34" charset="-122"/>
                <a:cs typeface="Fraunces" pitchFamily="34" charset="-120"/>
              </a:rPr>
              <a:t>7 600</a:t>
            </a:r>
            <a:endParaRPr lang="nb-NO" sz="3300" noProof="0" dirty="0">
              <a:latin typeface="Fraunces 72pt" pitchFamily="2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2877800" y="4131618"/>
            <a:ext cx="4159758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nb-NO" sz="1650" noProof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deltakere per måned i snitt</a:t>
            </a:r>
            <a:endParaRPr lang="nb-NO" sz="1650" noProof="0"/>
          </a:p>
        </p:txBody>
      </p:sp>
      <p:sp>
        <p:nvSpPr>
          <p:cNvPr id="35" name="Shape 33"/>
          <p:cNvSpPr/>
          <p:nvPr/>
        </p:nvSpPr>
        <p:spPr>
          <a:xfrm>
            <a:off x="10715625" y="4801195"/>
            <a:ext cx="6429375" cy="762000"/>
          </a:xfrm>
          <a:prstGeom prst="rect">
            <a:avLst/>
          </a:prstGeom>
          <a:solidFill>
            <a:srgbClr val="F1ECE3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36" name="Shape 34"/>
          <p:cNvSpPr/>
          <p:nvPr/>
        </p:nvSpPr>
        <p:spPr>
          <a:xfrm>
            <a:off x="10715625" y="4801195"/>
            <a:ext cx="28575" cy="762000"/>
          </a:xfrm>
          <a:prstGeom prst="rect">
            <a:avLst/>
          </a:prstGeom>
          <a:solidFill>
            <a:srgbClr val="E86E24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37" name="Text 35"/>
          <p:cNvSpPr/>
          <p:nvPr/>
        </p:nvSpPr>
        <p:spPr>
          <a:xfrm>
            <a:off x="10972800" y="4972645"/>
            <a:ext cx="17907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nb-NO" sz="3300" kern="0" spc="-33" noProof="0">
                <a:solidFill>
                  <a:srgbClr val="E86E24"/>
                </a:solidFill>
                <a:latin typeface="Fraunces 72pt" pitchFamily="2" charset="0"/>
                <a:ea typeface="Fraunces" pitchFamily="34" charset="-122"/>
                <a:cs typeface="Fraunces" pitchFamily="34" charset="-120"/>
              </a:rPr>
              <a:t>1,8 </a:t>
            </a:r>
            <a:r>
              <a:rPr lang="nb-NO" sz="3300" kern="0" spc="-33" noProof="0" err="1">
                <a:solidFill>
                  <a:srgbClr val="E86E24"/>
                </a:solidFill>
                <a:latin typeface="Fraunces 72pt" pitchFamily="2" charset="0"/>
                <a:ea typeface="Fraunces" pitchFamily="34" charset="-122"/>
                <a:cs typeface="Fraunces" pitchFamily="34" charset="-120"/>
              </a:rPr>
              <a:t>mrd</a:t>
            </a:r>
            <a:endParaRPr lang="nb-NO" sz="3300" noProof="0">
              <a:latin typeface="Fraunces 72pt" pitchFamily="2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2877800" y="5046018"/>
            <a:ext cx="4159758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nb-NO" sz="1650" noProof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kr – samlet tiltaksmidler</a:t>
            </a:r>
            <a:endParaRPr lang="nb-NO" sz="1650" noProof="0"/>
          </a:p>
        </p:txBody>
      </p:sp>
      <p:sp>
        <p:nvSpPr>
          <p:cNvPr id="39" name="Shape 37"/>
          <p:cNvSpPr/>
          <p:nvPr/>
        </p:nvSpPr>
        <p:spPr>
          <a:xfrm>
            <a:off x="10715625" y="5715595"/>
            <a:ext cx="6429375" cy="762000"/>
          </a:xfrm>
          <a:prstGeom prst="rect">
            <a:avLst/>
          </a:prstGeom>
          <a:solidFill>
            <a:srgbClr val="F1ECE3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40" name="Shape 38"/>
          <p:cNvSpPr/>
          <p:nvPr/>
        </p:nvSpPr>
        <p:spPr>
          <a:xfrm>
            <a:off x="10715625" y="5715595"/>
            <a:ext cx="28575" cy="762000"/>
          </a:xfrm>
          <a:prstGeom prst="rect">
            <a:avLst/>
          </a:prstGeom>
          <a:solidFill>
            <a:srgbClr val="E86E24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41" name="Text 39"/>
          <p:cNvSpPr/>
          <p:nvPr/>
        </p:nvSpPr>
        <p:spPr>
          <a:xfrm>
            <a:off x="10972800" y="5887045"/>
            <a:ext cx="17907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nb-NO" sz="3300" kern="0" spc="-33" noProof="0">
                <a:solidFill>
                  <a:srgbClr val="E86E24"/>
                </a:solidFill>
                <a:latin typeface="Fraunces 72pt" pitchFamily="2" charset="0"/>
                <a:ea typeface="Fraunces" pitchFamily="34" charset="-122"/>
                <a:cs typeface="Fraunces" pitchFamily="34" charset="-120"/>
              </a:rPr>
              <a:t>18 520</a:t>
            </a:r>
            <a:endParaRPr lang="nb-NO" sz="3300" noProof="0">
              <a:latin typeface="Fraunces 72pt" pitchFamily="2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12877800" y="5960418"/>
            <a:ext cx="4159758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nb-NO" sz="1650" noProof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kr per plass per måned (driftstilskudd)</a:t>
            </a:r>
            <a:endParaRPr lang="nb-NO" sz="1650" noProof="0"/>
          </a:p>
        </p:txBody>
      </p:sp>
      <p:sp>
        <p:nvSpPr>
          <p:cNvPr id="43" name="Shape 41"/>
          <p:cNvSpPr/>
          <p:nvPr/>
        </p:nvSpPr>
        <p:spPr>
          <a:xfrm>
            <a:off x="10715625" y="6629995"/>
            <a:ext cx="6429375" cy="762000"/>
          </a:xfrm>
          <a:prstGeom prst="rect">
            <a:avLst/>
          </a:prstGeom>
          <a:solidFill>
            <a:srgbClr val="F1ECE3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44" name="Shape 42"/>
          <p:cNvSpPr/>
          <p:nvPr/>
        </p:nvSpPr>
        <p:spPr>
          <a:xfrm>
            <a:off x="10715625" y="6629995"/>
            <a:ext cx="28575" cy="762000"/>
          </a:xfrm>
          <a:prstGeom prst="rect">
            <a:avLst/>
          </a:prstGeom>
          <a:solidFill>
            <a:srgbClr val="E86E24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45" name="Text 43"/>
          <p:cNvSpPr/>
          <p:nvPr/>
        </p:nvSpPr>
        <p:spPr>
          <a:xfrm>
            <a:off x="10972800" y="6801445"/>
            <a:ext cx="17907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nb-NO" sz="3300" kern="0" spc="-33" noProof="0">
                <a:solidFill>
                  <a:srgbClr val="E86E24"/>
                </a:solidFill>
                <a:latin typeface="Fraunces 72pt" pitchFamily="2" charset="0"/>
                <a:ea typeface="Fraunces" pitchFamily="34" charset="-122"/>
                <a:cs typeface="Fraunces" pitchFamily="34" charset="-120"/>
              </a:rPr>
              <a:t>20 %</a:t>
            </a:r>
            <a:endParaRPr lang="nb-NO" sz="3300" noProof="0">
              <a:latin typeface="Fraunces 72pt" pitchFamily="2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12877800" y="6874818"/>
            <a:ext cx="4159758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nb-NO" sz="1650" noProof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 tiltakskost – 10 % av plassene</a:t>
            </a:r>
            <a:endParaRPr lang="nb-NO" sz="1650" noProof="0"/>
          </a:p>
        </p:txBody>
      </p:sp>
      <p:sp>
        <p:nvSpPr>
          <p:cNvPr id="47" name="Shape 45"/>
          <p:cNvSpPr/>
          <p:nvPr/>
        </p:nvSpPr>
        <p:spPr>
          <a:xfrm>
            <a:off x="10715625" y="7620595"/>
            <a:ext cx="6429375" cy="1313259"/>
          </a:xfrm>
          <a:prstGeom prst="rect">
            <a:avLst/>
          </a:prstGeom>
          <a:solidFill>
            <a:srgbClr val="231F20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48" name="Text 46"/>
          <p:cNvSpPr/>
          <p:nvPr/>
        </p:nvSpPr>
        <p:spPr>
          <a:xfrm>
            <a:off x="10944225" y="7820620"/>
            <a:ext cx="5731777" cy="6085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nb-NO" sz="1650" i="1" kern="0" spc="-16" noProof="0">
                <a:solidFill>
                  <a:srgbClr val="FAFAF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«… skal videreutvikle tilbudet til personer med omfattende behov for bistand for å komme i ordinært arbeid.»</a:t>
            </a:r>
            <a:endParaRPr lang="nb-NO" sz="1650" noProof="0"/>
          </a:p>
        </p:txBody>
      </p:sp>
      <p:sp>
        <p:nvSpPr>
          <p:cNvPr id="49" name="Text 47"/>
          <p:cNvSpPr/>
          <p:nvPr/>
        </p:nvSpPr>
        <p:spPr>
          <a:xfrm>
            <a:off x="10944225" y="8494812"/>
            <a:ext cx="6151340" cy="286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nb-NO" sz="1350" kern="0" spc="135" noProof="0">
                <a:solidFill>
                  <a:srgbClr val="FAFAFA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Arbeids- og </a:t>
            </a:r>
            <a:r>
              <a:rPr lang="nb-NO" sz="1350" kern="0" spc="135" noProof="0" err="1">
                <a:solidFill>
                  <a:srgbClr val="FAFAFA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inkluderingsdept</a:t>
            </a:r>
            <a:r>
              <a:rPr lang="nb-NO" sz="1350" kern="0" spc="135" noProof="0">
                <a:solidFill>
                  <a:srgbClr val="FAFAFA">
                    <a:alpha val="5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., 27.06.2025</a:t>
            </a:r>
            <a:endParaRPr lang="nb-NO" sz="1350" noProof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5A7548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3" name="Text 1"/>
          <p:cNvSpPr/>
          <p:nvPr/>
        </p:nvSpPr>
        <p:spPr>
          <a:xfrm>
            <a:off x="1143000" y="1047750"/>
            <a:ext cx="164820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nb-NO" sz="1800" kern="0" spc="360" noProof="0">
                <a:solidFill>
                  <a:srgbClr val="F4EFE6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 2 · HVA ER NYTT</a:t>
            </a:r>
            <a:endParaRPr lang="nb-NO" sz="1800" noProof="0"/>
          </a:p>
        </p:txBody>
      </p:sp>
      <p:sp>
        <p:nvSpPr>
          <p:cNvPr id="5" name="Text 3"/>
          <p:cNvSpPr/>
          <p:nvPr/>
        </p:nvSpPr>
        <p:spPr>
          <a:xfrm>
            <a:off x="1143000" y="3709988"/>
            <a:ext cx="15804695" cy="3657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>
              <a:lnSpc>
                <a:spcPct val="95000"/>
              </a:lnSpc>
            </a:pPr>
            <a:r>
              <a:rPr lang="nb-NO" sz="15000" kern="0" spc="-450" dirty="0">
                <a:solidFill>
                  <a:srgbClr val="FAFAFA"/>
                </a:solidFill>
                <a:latin typeface="Fraunces 72pt" pitchFamily="2" charset="0"/>
                <a:ea typeface="Fraunces"/>
                <a:cs typeface="Fraunces" pitchFamily="34" charset="-120"/>
              </a:rPr>
              <a:t>Ny kravspesifikasjon</a:t>
            </a:r>
            <a:r>
              <a:rPr lang="nb-NO" sz="15000" kern="0" spc="-450" noProof="0" dirty="0">
                <a:solidFill>
                  <a:srgbClr val="FAFAFA"/>
                </a:solidFill>
                <a:latin typeface="Fraunces 72pt" pitchFamily="2" charset="0"/>
                <a:ea typeface="Fraunces"/>
                <a:cs typeface="Fraunces" pitchFamily="34" charset="-120"/>
              </a:rPr>
              <a:t>.</a:t>
            </a:r>
            <a:endParaRPr lang="nb-NO" sz="15000" noProof="0" dirty="0">
              <a:latin typeface="Fraunces 72pt" pitchFamily="2" charset="0"/>
              <a:ea typeface="Fraunce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43000" y="9039225"/>
            <a:ext cx="164820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nb-NO">
                <a:solidFill>
                  <a:srgbClr val="F4EFE6">
                    <a:alpha val="50000"/>
                  </a:srgbClr>
                </a:solidFill>
                <a:latin typeface="JetBrains Mono"/>
                <a:ea typeface="JetBrains Mono"/>
                <a:cs typeface="JetBrains Mono" pitchFamily="34" charset="-120"/>
              </a:rPr>
              <a:t>SPS </a:t>
            </a:r>
            <a:r>
              <a:rPr lang="nb-NO" sz="1800" noProof="0">
                <a:solidFill>
                  <a:srgbClr val="F4EFE6">
                    <a:alpha val="50000"/>
                  </a:srgbClr>
                </a:solidFill>
                <a:latin typeface="JetBrains Mono"/>
                <a:ea typeface="JetBrains Mono"/>
                <a:cs typeface="JetBrains Mono" pitchFamily="34" charset="-120"/>
              </a:rPr>
              <a:t>· AFT 2026</a:t>
            </a:r>
            <a:endParaRPr lang="nb-NO" sz="1800" noProof="0">
              <a:latin typeface="JetBrains Mono"/>
              <a:ea typeface="JetBrains Mon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1143000" y="671513"/>
            <a:ext cx="266700" cy="19050"/>
          </a:xfrm>
          <a:prstGeom prst="rect">
            <a:avLst/>
          </a:prstGeom>
          <a:solidFill>
            <a:srgbClr val="5A7548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4" name="Text 2"/>
          <p:cNvSpPr/>
          <p:nvPr/>
        </p:nvSpPr>
        <p:spPr>
          <a:xfrm>
            <a:off x="1581150" y="542925"/>
            <a:ext cx="444120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nb-NO" sz="1800" kern="0" spc="288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HVA ER NYTT — OVERORDNET</a:t>
            </a:r>
            <a:endParaRPr lang="nb-NO" sz="1800" noProof="0"/>
          </a:p>
        </p:txBody>
      </p:sp>
      <p:sp>
        <p:nvSpPr>
          <p:cNvPr id="5" name="Text 3"/>
          <p:cNvSpPr/>
          <p:nvPr/>
        </p:nvSpPr>
        <p:spPr>
          <a:xfrm>
            <a:off x="14712553" y="533400"/>
            <a:ext cx="250864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1800" kern="0" spc="288" noProof="0">
                <a:solidFill>
                  <a:srgbClr val="5A554F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SPS · AFT 2026</a:t>
            </a:r>
            <a:endParaRPr lang="nb-NO" sz="1800" noProof="0"/>
          </a:p>
        </p:txBody>
      </p:sp>
      <p:sp>
        <p:nvSpPr>
          <p:cNvPr id="6" name="Text 4"/>
          <p:cNvSpPr/>
          <p:nvPr/>
        </p:nvSpPr>
        <p:spPr>
          <a:xfrm>
            <a:off x="1143000" y="1428750"/>
            <a:ext cx="164820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nb-NO" sz="1800" b="1" kern="0" spc="324" noProof="0">
                <a:solidFill>
                  <a:srgbClr val="5A75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NY KRAVSPESIFIKASJON · 19.12.2025</a:t>
            </a:r>
            <a:endParaRPr lang="nb-NO" sz="1800" noProof="0"/>
          </a:p>
        </p:txBody>
      </p:sp>
      <p:sp>
        <p:nvSpPr>
          <p:cNvPr id="7" name="Text 5"/>
          <p:cNvSpPr/>
          <p:nvPr/>
        </p:nvSpPr>
        <p:spPr>
          <a:xfrm>
            <a:off x="1143000" y="1933575"/>
            <a:ext cx="15697200" cy="79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nb-NO" sz="5700" kern="0" spc="-114" noProof="0" dirty="0">
                <a:solidFill>
                  <a:srgbClr val="231F20"/>
                </a:solidFill>
                <a:latin typeface="Fraunces 72pt" pitchFamily="2" charset="0"/>
                <a:ea typeface="Fraunces" pitchFamily="34" charset="-122"/>
              </a:rPr>
              <a:t>Nærmere SE, ordinært arbeid og jobbfastholdelse</a:t>
            </a:r>
            <a:endParaRPr lang="nb-NO" sz="5700" noProof="0" dirty="0">
              <a:latin typeface="Fraunces 72pt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43000" y="3295948"/>
            <a:ext cx="7848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1800" b="1" kern="0" spc="288" noProof="0">
                <a:solidFill>
                  <a:srgbClr val="5A55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TYDELIGERE KRAV</a:t>
            </a:r>
            <a:endParaRPr lang="nb-NO" sz="1800" noProof="0"/>
          </a:p>
        </p:txBody>
      </p:sp>
      <p:sp>
        <p:nvSpPr>
          <p:cNvPr id="9" name="Shape 7"/>
          <p:cNvSpPr/>
          <p:nvPr/>
        </p:nvSpPr>
        <p:spPr>
          <a:xfrm>
            <a:off x="1143000" y="3972223"/>
            <a:ext cx="38100" cy="228600"/>
          </a:xfrm>
          <a:prstGeom prst="rect">
            <a:avLst/>
          </a:prstGeom>
          <a:solidFill>
            <a:srgbClr val="5A7548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10" name="Text 8"/>
          <p:cNvSpPr/>
          <p:nvPr/>
        </p:nvSpPr>
        <p:spPr>
          <a:xfrm>
            <a:off x="1390650" y="3857923"/>
            <a:ext cx="7593521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nb-NO" sz="2250" noProof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Innholdselementene 4a–4f er konkretisert og strammet inn.</a:t>
            </a:r>
            <a:endParaRPr lang="nb-NO" sz="2250" noProof="0"/>
          </a:p>
        </p:txBody>
      </p:sp>
      <p:sp>
        <p:nvSpPr>
          <p:cNvPr id="11" name="Shape 9"/>
          <p:cNvSpPr/>
          <p:nvPr/>
        </p:nvSpPr>
        <p:spPr>
          <a:xfrm>
            <a:off x="1143000" y="4600873"/>
            <a:ext cx="38100" cy="228600"/>
          </a:xfrm>
          <a:prstGeom prst="rect">
            <a:avLst/>
          </a:prstGeom>
          <a:solidFill>
            <a:srgbClr val="5A7548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12" name="Text 10"/>
          <p:cNvSpPr/>
          <p:nvPr/>
        </p:nvSpPr>
        <p:spPr>
          <a:xfrm>
            <a:off x="1390650" y="4486573"/>
            <a:ext cx="749127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nb-NO" sz="2250" noProof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Ordinært arbeidsliv er hovedregel — ikke et alternativ.</a:t>
            </a:r>
            <a:endParaRPr lang="nb-NO" sz="2250" noProof="0"/>
          </a:p>
        </p:txBody>
      </p:sp>
      <p:sp>
        <p:nvSpPr>
          <p:cNvPr id="13" name="Shape 11"/>
          <p:cNvSpPr/>
          <p:nvPr/>
        </p:nvSpPr>
        <p:spPr>
          <a:xfrm>
            <a:off x="1143000" y="5229523"/>
            <a:ext cx="38100" cy="228600"/>
          </a:xfrm>
          <a:prstGeom prst="rect">
            <a:avLst/>
          </a:prstGeom>
          <a:solidFill>
            <a:srgbClr val="5A7548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14" name="Text 12"/>
          <p:cNvSpPr/>
          <p:nvPr/>
        </p:nvSpPr>
        <p:spPr>
          <a:xfrm>
            <a:off x="1390650" y="5115223"/>
            <a:ext cx="740497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nb-NO" sz="2250" noProof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Karriereveiledning og kartlegging er et eksplisitt krav.</a:t>
            </a:r>
            <a:endParaRPr lang="nb-NO" sz="2250" noProof="0"/>
          </a:p>
        </p:txBody>
      </p:sp>
      <p:sp>
        <p:nvSpPr>
          <p:cNvPr id="15" name="Shape 13"/>
          <p:cNvSpPr/>
          <p:nvPr/>
        </p:nvSpPr>
        <p:spPr>
          <a:xfrm>
            <a:off x="1143000" y="5858173"/>
            <a:ext cx="38100" cy="228600"/>
          </a:xfrm>
          <a:prstGeom prst="rect">
            <a:avLst/>
          </a:prstGeom>
          <a:solidFill>
            <a:srgbClr val="5A7548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16" name="Text 14"/>
          <p:cNvSpPr/>
          <p:nvPr/>
        </p:nvSpPr>
        <p:spPr>
          <a:xfrm>
            <a:off x="1390650" y="5743873"/>
            <a:ext cx="7593521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>
              <a:lnSpc>
                <a:spcPct val="140000"/>
              </a:lnSpc>
            </a:pPr>
            <a:r>
              <a:rPr lang="nb-NO" sz="2250" noProof="0">
                <a:solidFill>
                  <a:srgbClr val="231F20"/>
                </a:solidFill>
                <a:latin typeface="Inter"/>
                <a:ea typeface="Inter"/>
                <a:cs typeface="Inter" pitchFamily="34" charset="-120"/>
              </a:rPr>
              <a:t>Tett </a:t>
            </a:r>
            <a:r>
              <a:rPr lang="nb-NO" sz="2250">
                <a:solidFill>
                  <a:srgbClr val="231F20"/>
                </a:solidFill>
                <a:latin typeface="Inter"/>
                <a:ea typeface="Inter"/>
                <a:cs typeface="Inter" pitchFamily="34" charset="-120"/>
              </a:rPr>
              <a:t>og faglig oppfølging (kvantitet og kvalitet) </a:t>
            </a:r>
            <a:r>
              <a:rPr lang="nb-NO" sz="2100">
                <a:solidFill>
                  <a:srgbClr val="231F20"/>
                </a:solidFill>
                <a:latin typeface="Inter"/>
                <a:ea typeface="Inter"/>
                <a:cs typeface="Inter" pitchFamily="34" charset="-120"/>
              </a:rPr>
              <a:t>— </a:t>
            </a:r>
            <a:r>
              <a:rPr lang="nb-NO" sz="2250">
                <a:solidFill>
                  <a:srgbClr val="231F20"/>
                </a:solidFill>
                <a:latin typeface="Inter"/>
                <a:ea typeface="Inter"/>
                <a:cs typeface="Inter" pitchFamily="34" charset="-120"/>
              </a:rPr>
              <a:t>der deltaker er, inkludert hos arbeidsgivere</a:t>
            </a:r>
            <a:endParaRPr lang="nb-NO" sz="2250" noProof="0">
              <a:solidFill>
                <a:srgbClr val="231F20"/>
              </a:solidFill>
              <a:latin typeface="Inter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143000" y="6886873"/>
            <a:ext cx="38100" cy="228600"/>
          </a:xfrm>
          <a:prstGeom prst="rect">
            <a:avLst/>
          </a:prstGeom>
          <a:solidFill>
            <a:srgbClr val="5A7548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18" name="Text 16"/>
          <p:cNvSpPr/>
          <p:nvPr/>
        </p:nvSpPr>
        <p:spPr>
          <a:xfrm>
            <a:off x="1406525" y="6693198"/>
            <a:ext cx="7122578" cy="422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>
              <a:lnSpc>
                <a:spcPct val="140000"/>
              </a:lnSpc>
            </a:pPr>
            <a:r>
              <a:rPr lang="nb-NO" sz="2250" noProof="0">
                <a:solidFill>
                  <a:srgbClr val="231F20"/>
                </a:solidFill>
                <a:latin typeface="Inter" pitchFamily="34" charset="0"/>
                <a:ea typeface="Inter"/>
                <a:cs typeface="Inter" pitchFamily="34" charset="-120"/>
              </a:rPr>
              <a:t>Kompetansekrav (</a:t>
            </a:r>
            <a:r>
              <a:rPr lang="nb-NO" sz="2250">
                <a:solidFill>
                  <a:srgbClr val="231F20"/>
                </a:solidFill>
                <a:latin typeface="Inter" pitchFamily="34" charset="0"/>
                <a:ea typeface="Inter"/>
                <a:cs typeface="Inter" pitchFamily="34" charset="-120"/>
              </a:rPr>
              <a:t>10</a:t>
            </a:r>
            <a:r>
              <a:rPr lang="nb-NO" sz="2250">
                <a:solidFill>
                  <a:srgbClr val="231F20"/>
                </a:solidFill>
                <a:latin typeface="Inter"/>
                <a:ea typeface="Inter"/>
                <a:cs typeface="Inter" pitchFamily="34" charset="-120"/>
              </a:rPr>
              <a:t> punkt</a:t>
            </a:r>
            <a:r>
              <a:rPr lang="nb-NO" sz="2250" noProof="0">
                <a:solidFill>
                  <a:srgbClr val="231F20"/>
                </a:solidFill>
                <a:latin typeface="Inter"/>
                <a:ea typeface="Inter" pitchFamily="34" charset="-122"/>
                <a:cs typeface="Inter" pitchFamily="34" charset="-120"/>
              </a:rPr>
              <a:t>) er listet eksplisitt.</a:t>
            </a:r>
            <a:endParaRPr lang="nb-NO" sz="2250" noProof="0">
              <a:latin typeface="Inter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525000" y="3295948"/>
            <a:ext cx="7848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1800" b="1" kern="0" spc="288" noProof="0">
                <a:solidFill>
                  <a:srgbClr val="5A55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STRAMMERE RESULTATFOKUS</a:t>
            </a:r>
            <a:endParaRPr lang="nb-NO" sz="1800" noProof="0"/>
          </a:p>
        </p:txBody>
      </p:sp>
      <p:sp>
        <p:nvSpPr>
          <p:cNvPr id="20" name="Shape 18"/>
          <p:cNvSpPr/>
          <p:nvPr/>
        </p:nvSpPr>
        <p:spPr>
          <a:xfrm>
            <a:off x="9525000" y="3972223"/>
            <a:ext cx="38100" cy="228600"/>
          </a:xfrm>
          <a:prstGeom prst="rect">
            <a:avLst/>
          </a:prstGeom>
          <a:solidFill>
            <a:srgbClr val="7A2E2E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21" name="Text 19"/>
          <p:cNvSpPr/>
          <p:nvPr/>
        </p:nvSpPr>
        <p:spPr>
          <a:xfrm>
            <a:off x="9772650" y="3857923"/>
            <a:ext cx="742750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nb-NO" sz="2250" noProof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Resultatmål: 50 % overgang til arbeid eller utdanning.</a:t>
            </a:r>
            <a:endParaRPr lang="nb-NO" sz="2250" noProof="0"/>
          </a:p>
        </p:txBody>
      </p:sp>
      <p:sp>
        <p:nvSpPr>
          <p:cNvPr id="22" name="Shape 20"/>
          <p:cNvSpPr/>
          <p:nvPr/>
        </p:nvSpPr>
        <p:spPr>
          <a:xfrm>
            <a:off x="9525000" y="4600873"/>
            <a:ext cx="38100" cy="228600"/>
          </a:xfrm>
          <a:prstGeom prst="rect">
            <a:avLst/>
          </a:prstGeom>
          <a:solidFill>
            <a:srgbClr val="7A2E2E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23" name="Text 21"/>
          <p:cNvSpPr/>
          <p:nvPr/>
        </p:nvSpPr>
        <p:spPr>
          <a:xfrm>
            <a:off x="9772650" y="4486573"/>
            <a:ext cx="7593521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nb-NO" sz="2250" noProof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Arbeidsindikatoren brukes for å følge utvikling over tid.</a:t>
            </a:r>
            <a:endParaRPr lang="nb-NO" sz="2250" noProof="0"/>
          </a:p>
        </p:txBody>
      </p:sp>
      <p:sp>
        <p:nvSpPr>
          <p:cNvPr id="24" name="Shape 22"/>
          <p:cNvSpPr/>
          <p:nvPr/>
        </p:nvSpPr>
        <p:spPr>
          <a:xfrm>
            <a:off x="9525000" y="5343823"/>
            <a:ext cx="38100" cy="228600"/>
          </a:xfrm>
          <a:prstGeom prst="rect">
            <a:avLst/>
          </a:prstGeom>
          <a:solidFill>
            <a:srgbClr val="7A2E2E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25" name="Text 23"/>
          <p:cNvSpPr/>
          <p:nvPr/>
        </p:nvSpPr>
        <p:spPr>
          <a:xfrm>
            <a:off x="9772650" y="5229523"/>
            <a:ext cx="7593521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nb-NO" sz="225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</a:t>
            </a:r>
            <a:r>
              <a:rPr lang="nb-NO" sz="2250" noProof="0" err="1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tprøving</a:t>
            </a:r>
            <a:r>
              <a:rPr lang="nb-NO" sz="2250" noProof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 ordinært arbeidsliv innen 3 mnd.</a:t>
            </a:r>
            <a:endParaRPr lang="nb-NO" sz="2250" noProof="0"/>
          </a:p>
        </p:txBody>
      </p:sp>
      <p:sp>
        <p:nvSpPr>
          <p:cNvPr id="27" name="Text 25"/>
          <p:cNvSpPr/>
          <p:nvPr/>
        </p:nvSpPr>
        <p:spPr>
          <a:xfrm>
            <a:off x="1390650" y="7322131"/>
            <a:ext cx="6648776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nb-NO" sz="2250">
                <a:solidFill>
                  <a:srgbClr val="231F20"/>
                </a:solidFill>
                <a:latin typeface="Inter" pitchFamily="34" charset="0"/>
                <a:ea typeface="Inter" pitchFamily="34" charset="-122"/>
              </a:rPr>
              <a:t>Tydelig plan for tiltaket – oppdateres hver 3. </a:t>
            </a:r>
            <a:r>
              <a:rPr lang="nb-NO" sz="2250" err="1">
                <a:solidFill>
                  <a:srgbClr val="231F20"/>
                </a:solidFill>
                <a:latin typeface="Inter" pitchFamily="34" charset="0"/>
                <a:ea typeface="Inter" pitchFamily="34" charset="-122"/>
              </a:rPr>
              <a:t>mnd</a:t>
            </a:r>
            <a:endParaRPr lang="nb-NO" sz="2250" noProof="0"/>
          </a:p>
        </p:txBody>
      </p:sp>
      <p:sp>
        <p:nvSpPr>
          <p:cNvPr id="28" name="Shape 26"/>
          <p:cNvSpPr/>
          <p:nvPr/>
        </p:nvSpPr>
        <p:spPr>
          <a:xfrm>
            <a:off x="9525000" y="5972473"/>
            <a:ext cx="38100" cy="228600"/>
          </a:xfrm>
          <a:prstGeom prst="rect">
            <a:avLst/>
          </a:prstGeom>
          <a:solidFill>
            <a:srgbClr val="7A2E2E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29" name="Text 27"/>
          <p:cNvSpPr/>
          <p:nvPr/>
        </p:nvSpPr>
        <p:spPr>
          <a:xfrm>
            <a:off x="9772650" y="5858173"/>
            <a:ext cx="7593521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>
              <a:lnSpc>
                <a:spcPct val="140000"/>
              </a:lnSpc>
            </a:pPr>
            <a:r>
              <a:rPr lang="nb-NO" sz="2250" noProof="0">
                <a:solidFill>
                  <a:srgbClr val="231F20"/>
                </a:solidFill>
                <a:latin typeface="Inter"/>
                <a:ea typeface="Inter"/>
                <a:cs typeface="Inter" pitchFamily="34" charset="-120"/>
              </a:rPr>
              <a:t>Mer konkret rapportering, </a:t>
            </a:r>
            <a:r>
              <a:rPr lang="nb-NO" sz="2250">
                <a:solidFill>
                  <a:srgbClr val="231F20"/>
                </a:solidFill>
                <a:latin typeface="Inter"/>
                <a:ea typeface="Inter"/>
                <a:cs typeface="Inter" pitchFamily="34" charset="-120"/>
              </a:rPr>
              <a:t>med sammenligning</a:t>
            </a:r>
            <a:r>
              <a:rPr lang="nb-NO" sz="2250" noProof="0">
                <a:solidFill>
                  <a:srgbClr val="231F20"/>
                </a:solidFill>
                <a:latin typeface="Inter"/>
                <a:ea typeface="Inter"/>
                <a:cs typeface="Inter" pitchFamily="34" charset="-120"/>
              </a:rPr>
              <a:t> på fylkes-/nasjonalt nivå.</a:t>
            </a:r>
            <a:endParaRPr lang="nb-NO" sz="2250" noProof="0">
              <a:latin typeface="Inter"/>
              <a:ea typeface="Inter"/>
            </a:endParaRPr>
          </a:p>
        </p:txBody>
      </p:sp>
      <p:sp>
        <p:nvSpPr>
          <p:cNvPr id="30" name="Shape 15">
            <a:extLst>
              <a:ext uri="{FF2B5EF4-FFF2-40B4-BE49-F238E27FC236}">
                <a16:creationId xmlns:a16="http://schemas.microsoft.com/office/drawing/2014/main" id="{095F2A57-E2B8-747C-51DA-0578828C19A4}"/>
              </a:ext>
            </a:extLst>
          </p:cNvPr>
          <p:cNvSpPr/>
          <p:nvPr/>
        </p:nvSpPr>
        <p:spPr>
          <a:xfrm>
            <a:off x="1129458" y="7426906"/>
            <a:ext cx="38100" cy="228600"/>
          </a:xfrm>
          <a:prstGeom prst="rect">
            <a:avLst/>
          </a:prstGeom>
          <a:solidFill>
            <a:srgbClr val="5A7548"/>
          </a:solidFill>
          <a:ln/>
        </p:spPr>
        <p:txBody>
          <a:bodyPr/>
          <a:lstStyle/>
          <a:p>
            <a:endParaRPr lang="nb-NO" noProof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1143000" y="671513"/>
            <a:ext cx="266700" cy="19050"/>
          </a:xfrm>
          <a:prstGeom prst="rect">
            <a:avLst/>
          </a:prstGeom>
          <a:solidFill>
            <a:srgbClr val="5A7548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4" name="Text 2"/>
          <p:cNvSpPr/>
          <p:nvPr/>
        </p:nvSpPr>
        <p:spPr>
          <a:xfrm>
            <a:off x="1581150" y="542925"/>
            <a:ext cx="403359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nb-NO" sz="1800" kern="0" spc="288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TYDELIGERE FAGLIGE KRAV</a:t>
            </a:r>
            <a:endParaRPr lang="nb-NO" sz="1800" noProof="0"/>
          </a:p>
        </p:txBody>
      </p:sp>
      <p:sp>
        <p:nvSpPr>
          <p:cNvPr id="5" name="Text 3"/>
          <p:cNvSpPr/>
          <p:nvPr/>
        </p:nvSpPr>
        <p:spPr>
          <a:xfrm>
            <a:off x="14712553" y="533400"/>
            <a:ext cx="250864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1800" kern="0" spc="288" noProof="0">
                <a:solidFill>
                  <a:srgbClr val="5A554F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SPS · AFT 2026</a:t>
            </a:r>
            <a:endParaRPr lang="nb-NO" sz="1800" noProof="0"/>
          </a:p>
        </p:txBody>
      </p:sp>
      <p:sp>
        <p:nvSpPr>
          <p:cNvPr id="6" name="Text 4"/>
          <p:cNvSpPr/>
          <p:nvPr/>
        </p:nvSpPr>
        <p:spPr>
          <a:xfrm>
            <a:off x="1143000" y="1352550"/>
            <a:ext cx="16482060" cy="79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nb-NO" sz="5700" kern="0" spc="-114" noProof="0" dirty="0">
                <a:solidFill>
                  <a:srgbClr val="231F20"/>
                </a:solidFill>
                <a:latin typeface="Fraunces 72pt" pitchFamily="2" charset="0"/>
                <a:ea typeface="Fraunces" pitchFamily="34" charset="-122"/>
                <a:cs typeface="Fraunces" pitchFamily="34" charset="-120"/>
              </a:rPr>
              <a:t>Innholdselementene 4a–4f</a:t>
            </a:r>
            <a:endParaRPr lang="nb-NO" sz="5700" noProof="0" dirty="0">
              <a:latin typeface="Fraunces 72pt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43000" y="2219623"/>
            <a:ext cx="1275397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nb-NO" sz="2250">
                <a:solidFill>
                  <a:srgbClr val="5A554F"/>
                </a:solidFill>
                <a:latin typeface="Inter"/>
              </a:rPr>
              <a:t>All aktivitet har </a:t>
            </a:r>
            <a:r>
              <a:rPr lang="nb-NO" sz="2250" b="1">
                <a:solidFill>
                  <a:srgbClr val="5A554F"/>
                </a:solidFill>
                <a:latin typeface="Inter"/>
              </a:rPr>
              <a:t>ett tydelig mål</a:t>
            </a:r>
            <a:r>
              <a:rPr lang="nb-NO" sz="2250">
                <a:solidFill>
                  <a:srgbClr val="5A554F"/>
                </a:solidFill>
                <a:latin typeface="Inter"/>
              </a:rPr>
              <a:t>: </a:t>
            </a:r>
            <a:r>
              <a:rPr lang="nb-NO" sz="2250" i="1">
                <a:solidFill>
                  <a:srgbClr val="5A554F"/>
                </a:solidFill>
                <a:latin typeface="Inter"/>
              </a:rPr>
              <a:t>stabil </a:t>
            </a:r>
            <a:r>
              <a:rPr lang="nb-NO" sz="2250">
                <a:solidFill>
                  <a:srgbClr val="5A554F"/>
                </a:solidFill>
                <a:latin typeface="Inter"/>
              </a:rPr>
              <a:t>tilknytning til </a:t>
            </a:r>
            <a:r>
              <a:rPr lang="nb-NO" sz="2250" i="1">
                <a:solidFill>
                  <a:srgbClr val="5A554F"/>
                </a:solidFill>
                <a:latin typeface="Inter"/>
              </a:rPr>
              <a:t>ordinært</a:t>
            </a:r>
            <a:r>
              <a:rPr lang="nb-NO" sz="2250">
                <a:solidFill>
                  <a:srgbClr val="5A554F"/>
                </a:solidFill>
                <a:latin typeface="Inter"/>
              </a:rPr>
              <a:t> arbeid</a:t>
            </a:r>
            <a:endParaRPr lang="nb-NO">
              <a:ea typeface="Calibri"/>
              <a:cs typeface="Calibri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143000" y="3286423"/>
            <a:ext cx="16002000" cy="9525"/>
          </a:xfrm>
          <a:prstGeom prst="rect">
            <a:avLst/>
          </a:prstGeom>
          <a:solidFill>
            <a:srgbClr val="D8D2C5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9" name="Text 7"/>
          <p:cNvSpPr/>
          <p:nvPr/>
        </p:nvSpPr>
        <p:spPr>
          <a:xfrm>
            <a:off x="1143000" y="3620691"/>
            <a:ext cx="112395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/>
            <a:r>
              <a:rPr lang="nb-NO" sz="2400" noProof="0">
                <a:solidFill>
                  <a:srgbClr val="5A7548"/>
                </a:solidFill>
                <a:latin typeface="JetBrains Mono"/>
                <a:ea typeface="JetBrains Mono"/>
                <a:cs typeface="JetBrains Mono" pitchFamily="34" charset="-120"/>
              </a:rPr>
              <a:t>4a</a:t>
            </a:r>
            <a:endParaRPr lang="nb-NO" sz="2400" noProof="0">
              <a:latin typeface="JetBrains Mono"/>
              <a:ea typeface="JetBrains Mono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571750" y="3505498"/>
            <a:ext cx="487257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nb-NO" sz="2100" kern="0" spc="-21" noProof="0" dirty="0">
                <a:solidFill>
                  <a:srgbClr val="231F20"/>
                </a:solidFill>
                <a:latin typeface="Fraunces 72pt" pitchFamily="2" charset="0"/>
                <a:ea typeface="Fraunces" pitchFamily="34" charset="-122"/>
                <a:cs typeface="Fraunces" pitchFamily="34" charset="-120"/>
              </a:rPr>
              <a:t>Kartlegging av ressurser og karriereveiledning</a:t>
            </a:r>
            <a:endParaRPr lang="nb-NO" sz="2100" noProof="0" dirty="0">
              <a:latin typeface="Fraunces 72pt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683401" y="3505498"/>
            <a:ext cx="9745447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>
              <a:lnSpc>
                <a:spcPct val="140000"/>
              </a:lnSpc>
            </a:pPr>
            <a:r>
              <a:rPr lang="nb-NO" sz="1800" noProof="0">
                <a:solidFill>
                  <a:srgbClr val="5A554F"/>
                </a:solidFill>
                <a:latin typeface="Inter"/>
                <a:ea typeface="Inter"/>
                <a:cs typeface="Inter" pitchFamily="34" charset="-120"/>
              </a:rPr>
              <a:t>Helhetlig kartlegging</a:t>
            </a:r>
            <a:r>
              <a:rPr lang="nb-NO">
                <a:solidFill>
                  <a:srgbClr val="5A554F"/>
                </a:solidFill>
                <a:latin typeface="Inter"/>
                <a:ea typeface="Inter"/>
                <a:cs typeface="Inter" pitchFamily="34" charset="-120"/>
              </a:rPr>
              <a:t> – interesser, styrker og ferdigheter, grunnleggende ferdigheter, realkompetansevurdering. Karriereveiledning: informerte og selvstendige valg</a:t>
            </a:r>
            <a:endParaRPr lang="nb-NO" sz="1800" noProof="0">
              <a:latin typeface="Inter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143000" y="4355009"/>
            <a:ext cx="16002000" cy="9525"/>
          </a:xfrm>
          <a:prstGeom prst="rect">
            <a:avLst/>
          </a:prstGeom>
          <a:solidFill>
            <a:srgbClr val="D8D2C5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13" name="Text 11"/>
          <p:cNvSpPr/>
          <p:nvPr/>
        </p:nvSpPr>
        <p:spPr>
          <a:xfrm>
            <a:off x="1143000" y="4689277"/>
            <a:ext cx="112395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/>
            <a:r>
              <a:rPr lang="nb-NO" sz="2400">
                <a:solidFill>
                  <a:srgbClr val="5A7548"/>
                </a:solidFill>
                <a:latin typeface="JetBrains Mono"/>
                <a:ea typeface="JetBrains Mono"/>
                <a:cs typeface="JetBrains Mono" pitchFamily="34" charset="-120"/>
              </a:rPr>
              <a:t>(</a:t>
            </a:r>
            <a:r>
              <a:rPr lang="nb-NO" sz="2400" noProof="0">
                <a:solidFill>
                  <a:srgbClr val="5A7548"/>
                </a:solidFill>
                <a:latin typeface="JetBrains Mono"/>
                <a:ea typeface="JetBrains Mono"/>
                <a:cs typeface="JetBrains Mono" pitchFamily="34" charset="-120"/>
              </a:rPr>
              <a:t>4b</a:t>
            </a:r>
            <a:r>
              <a:rPr lang="nb-NO" sz="2400">
                <a:solidFill>
                  <a:srgbClr val="5A7548"/>
                </a:solidFill>
                <a:latin typeface="JetBrains Mono"/>
                <a:ea typeface="JetBrains Mono"/>
                <a:cs typeface="JetBrains Mono" pitchFamily="34" charset="-120"/>
              </a:rPr>
              <a:t>)</a:t>
            </a:r>
            <a:endParaRPr lang="nb-NO" sz="2400" noProof="0">
              <a:latin typeface="JetBrains Mono"/>
              <a:ea typeface="JetBrains Mono"/>
              <a:cs typeface="Calibr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571750" y="4574084"/>
            <a:ext cx="487257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nb-NO" sz="2100" kern="0" spc="-21" noProof="0">
                <a:solidFill>
                  <a:srgbClr val="231F20"/>
                </a:solidFill>
                <a:latin typeface="Fraunces 72pt" pitchFamily="2" charset="0"/>
                <a:ea typeface="Fraunces" pitchFamily="34" charset="-122"/>
                <a:cs typeface="Fraunces" pitchFamily="34" charset="-120"/>
              </a:rPr>
              <a:t>Utprøving og arbeidstrening i </a:t>
            </a:r>
            <a:r>
              <a:rPr lang="nb-NO" sz="2100" i="1" kern="0" spc="-21" noProof="0">
                <a:solidFill>
                  <a:srgbClr val="231F20"/>
                </a:solidFill>
                <a:latin typeface="Fraunces 72pt" pitchFamily="2" charset="0"/>
                <a:ea typeface="Fraunces" pitchFamily="34" charset="-122"/>
                <a:cs typeface="Fraunces" pitchFamily="34" charset="-120"/>
              </a:rPr>
              <a:t>tilrettelagt </a:t>
            </a:r>
            <a:r>
              <a:rPr lang="nb-NO" sz="2100" kern="0" spc="-21" noProof="0">
                <a:solidFill>
                  <a:srgbClr val="231F20"/>
                </a:solidFill>
                <a:latin typeface="Fraunces 72pt" pitchFamily="2" charset="0"/>
                <a:ea typeface="Fraunces" pitchFamily="34" charset="-122"/>
                <a:cs typeface="Fraunces" pitchFamily="34" charset="-120"/>
              </a:rPr>
              <a:t>arbeidsmiljø</a:t>
            </a:r>
            <a:endParaRPr lang="nb-NO" sz="2100" noProof="0">
              <a:latin typeface="Fraunces 72pt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683401" y="4734074"/>
            <a:ext cx="9745447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nb-NO" sz="1800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Hovedsakelig i ordinært arbeidsliv. Intern arena unntaksvis og avgrenset.</a:t>
            </a:r>
            <a:endParaRPr lang="nb-NO" sz="1800" noProof="0"/>
          </a:p>
        </p:txBody>
      </p:sp>
      <p:sp>
        <p:nvSpPr>
          <p:cNvPr id="16" name="Shape 14"/>
          <p:cNvSpPr/>
          <p:nvPr/>
        </p:nvSpPr>
        <p:spPr>
          <a:xfrm>
            <a:off x="1143000" y="5423595"/>
            <a:ext cx="16002000" cy="9525"/>
          </a:xfrm>
          <a:prstGeom prst="rect">
            <a:avLst/>
          </a:prstGeom>
          <a:solidFill>
            <a:srgbClr val="D8D2C5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17" name="Text 15"/>
          <p:cNvSpPr/>
          <p:nvPr/>
        </p:nvSpPr>
        <p:spPr>
          <a:xfrm>
            <a:off x="1143000" y="5757863"/>
            <a:ext cx="112395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nb-NO" sz="2400">
                <a:solidFill>
                  <a:srgbClr val="5A7548"/>
                </a:solidFill>
                <a:latin typeface="JetBrains Mono"/>
                <a:ea typeface="JetBrains Mono"/>
                <a:cs typeface="JetBrains Mono" pitchFamily="34" charset="-120"/>
              </a:rPr>
              <a:t>(</a:t>
            </a:r>
            <a:r>
              <a:rPr lang="nb-NO" sz="2400" noProof="0">
                <a:solidFill>
                  <a:srgbClr val="5A7548"/>
                </a:solidFill>
                <a:latin typeface="JetBrains Mono"/>
                <a:ea typeface="JetBrains Mono"/>
                <a:cs typeface="JetBrains Mono" pitchFamily="34" charset="-120"/>
              </a:rPr>
              <a:t>4c</a:t>
            </a:r>
            <a:r>
              <a:rPr lang="nb-NO" sz="2400">
                <a:solidFill>
                  <a:srgbClr val="5A7548"/>
                </a:solidFill>
                <a:latin typeface="JetBrains Mono"/>
                <a:ea typeface="JetBrains Mono"/>
                <a:cs typeface="JetBrains Mono" pitchFamily="34" charset="-120"/>
              </a:rPr>
              <a:t>)</a:t>
            </a:r>
            <a:endParaRPr lang="nb-NO" sz="2400" noProof="0">
              <a:solidFill>
                <a:srgbClr val="5A7548"/>
              </a:solidFill>
              <a:latin typeface="JetBrains Mono"/>
              <a:ea typeface="Calibri"/>
              <a:cs typeface="Calibri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571750" y="5642670"/>
            <a:ext cx="487257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nb-NO" sz="1900" kern="0" spc="-21" noProof="0">
                <a:solidFill>
                  <a:srgbClr val="231F20"/>
                </a:solidFill>
                <a:latin typeface="Fraunces 72pt" pitchFamily="2" charset="0"/>
                <a:ea typeface="Fraunces" pitchFamily="34" charset="-122"/>
                <a:cs typeface="Fraunces" pitchFamily="34" charset="-120"/>
              </a:rPr>
              <a:t>Individuelt tilpasset opplæring og utdanning</a:t>
            </a:r>
            <a:endParaRPr lang="nb-NO" sz="1900" noProof="0">
              <a:latin typeface="Fraunces 72pt" pitchFamily="2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683401" y="5802660"/>
            <a:ext cx="9745447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nb-NO" sz="1800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Skal være arbeidsrettet, kombineres med øvrige innholdselementer.</a:t>
            </a:r>
            <a:endParaRPr lang="nb-NO" sz="1800" noProof="0"/>
          </a:p>
        </p:txBody>
      </p:sp>
      <p:sp>
        <p:nvSpPr>
          <p:cNvPr id="20" name="Shape 18"/>
          <p:cNvSpPr/>
          <p:nvPr/>
        </p:nvSpPr>
        <p:spPr>
          <a:xfrm>
            <a:off x="1143000" y="6492180"/>
            <a:ext cx="16002000" cy="9525"/>
          </a:xfrm>
          <a:prstGeom prst="rect">
            <a:avLst/>
          </a:prstGeom>
          <a:solidFill>
            <a:srgbClr val="D8D2C5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21" name="Text 19"/>
          <p:cNvSpPr/>
          <p:nvPr/>
        </p:nvSpPr>
        <p:spPr>
          <a:xfrm>
            <a:off x="1143000" y="6826448"/>
            <a:ext cx="112395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nb-NO" sz="2400">
                <a:solidFill>
                  <a:srgbClr val="5A7548"/>
                </a:solidFill>
                <a:latin typeface="JetBrains Mono" pitchFamily="34" charset="0"/>
                <a:ea typeface="JetBrains Mono"/>
                <a:cs typeface="JetBrains Mono" pitchFamily="34" charset="-120"/>
              </a:rPr>
              <a:t>(</a:t>
            </a:r>
            <a:r>
              <a:rPr lang="nb-NO" sz="2400" noProof="0">
                <a:solidFill>
                  <a:srgbClr val="5A7548"/>
                </a:solidFill>
                <a:latin typeface="JetBrains Mono"/>
                <a:ea typeface="JetBrains Mono"/>
                <a:cs typeface="JetBrains Mono" pitchFamily="34" charset="-120"/>
              </a:rPr>
              <a:t>4d</a:t>
            </a:r>
            <a:r>
              <a:rPr lang="nb-NO" sz="2400">
                <a:solidFill>
                  <a:srgbClr val="5A7548"/>
                </a:solidFill>
                <a:latin typeface="JetBrains Mono"/>
                <a:ea typeface="JetBrains Mono"/>
                <a:cs typeface="JetBrains Mono" pitchFamily="34" charset="-120"/>
              </a:rPr>
              <a:t>)</a:t>
            </a:r>
            <a:endParaRPr lang="nb-NO" sz="2400" noProof="0">
              <a:latin typeface="JetBrains Mono"/>
              <a:ea typeface="JetBrains Mono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571750" y="6711255"/>
            <a:ext cx="487257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nb-NO" sz="2100" kern="0" spc="-21" noProof="0">
                <a:solidFill>
                  <a:srgbClr val="231F20"/>
                </a:solidFill>
                <a:latin typeface="Fraunces 72pt" pitchFamily="2" charset="0"/>
                <a:ea typeface="Fraunces"/>
                <a:cs typeface="Fraunces" pitchFamily="34" charset="-120"/>
              </a:rPr>
              <a:t>Bistand til arbeidstrening i ordinære virksomheter</a:t>
            </a:r>
            <a:r>
              <a:rPr lang="nb-NO" sz="2100" kern="0" spc="-21">
                <a:solidFill>
                  <a:srgbClr val="231F20"/>
                </a:solidFill>
                <a:latin typeface="Fraunces 72pt" pitchFamily="2" charset="0"/>
                <a:ea typeface="Fraunces"/>
                <a:cs typeface="Fraunces" pitchFamily="34" charset="-120"/>
              </a:rPr>
              <a:t> med mål om jobb</a:t>
            </a:r>
            <a:endParaRPr lang="nb-NO" sz="2100" noProof="0">
              <a:latin typeface="Fraunces 72pt" pitchFamily="2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683401" y="6871246"/>
            <a:ext cx="9745447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>
              <a:lnSpc>
                <a:spcPct val="140000"/>
              </a:lnSpc>
            </a:pPr>
            <a:r>
              <a:rPr lang="nb-NO">
                <a:solidFill>
                  <a:srgbClr val="5A554F"/>
                </a:solidFill>
                <a:latin typeface="Inter"/>
              </a:rPr>
              <a:t>Mål om stabil tilknytning til arbeidslivet. Bistand til aktiv jobbsøking når aktuelt.</a:t>
            </a:r>
            <a:endParaRPr lang="nb-NO"/>
          </a:p>
        </p:txBody>
      </p:sp>
      <p:sp>
        <p:nvSpPr>
          <p:cNvPr id="24" name="Shape 22"/>
          <p:cNvSpPr/>
          <p:nvPr/>
        </p:nvSpPr>
        <p:spPr>
          <a:xfrm>
            <a:off x="1143000" y="7560766"/>
            <a:ext cx="16002000" cy="9525"/>
          </a:xfrm>
          <a:prstGeom prst="rect">
            <a:avLst/>
          </a:prstGeom>
          <a:solidFill>
            <a:srgbClr val="D8D2C5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25" name="Text 23"/>
          <p:cNvSpPr/>
          <p:nvPr/>
        </p:nvSpPr>
        <p:spPr>
          <a:xfrm>
            <a:off x="1143000" y="7895034"/>
            <a:ext cx="112395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/>
            <a:r>
              <a:rPr lang="nb-NO" sz="2400" b="1" u="sng" noProof="0">
                <a:solidFill>
                  <a:srgbClr val="5A7548"/>
                </a:solidFill>
                <a:latin typeface="JetBrains Mono"/>
                <a:ea typeface="JetBrains Mono"/>
                <a:cs typeface="JetBrains Mono" pitchFamily="34" charset="-120"/>
              </a:rPr>
              <a:t>4e</a:t>
            </a:r>
            <a:endParaRPr lang="nb-NO" sz="2400" b="1" u="sng" noProof="0">
              <a:latin typeface="JetBrains Mono"/>
              <a:ea typeface="JetBrains Mono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2571750" y="7779841"/>
            <a:ext cx="487257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nb-NO" sz="2100" kern="0" spc="-21" noProof="0">
                <a:solidFill>
                  <a:srgbClr val="231F20"/>
                </a:solidFill>
                <a:latin typeface="Fraunces 72pt" pitchFamily="2" charset="0"/>
                <a:ea typeface="Fraunces" pitchFamily="34" charset="-122"/>
                <a:cs typeface="Fraunces" pitchFamily="34" charset="-120"/>
              </a:rPr>
              <a:t>Oppfølging under arbeidstrening og etter ansettelse</a:t>
            </a:r>
            <a:endParaRPr lang="nb-NO" sz="2100" noProof="0">
              <a:latin typeface="Fraunces 72pt" pitchFamily="2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683401" y="7776547"/>
            <a:ext cx="9745447" cy="684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>
              <a:lnSpc>
                <a:spcPct val="140000"/>
              </a:lnSpc>
            </a:pPr>
            <a:r>
              <a:rPr lang="nb-NO" sz="1800" noProof="0">
                <a:solidFill>
                  <a:srgbClr val="5A554F"/>
                </a:solidFill>
                <a:latin typeface="Inter"/>
                <a:ea typeface="Inter"/>
                <a:cs typeface="Inter" pitchFamily="34" charset="-120"/>
              </a:rPr>
              <a:t>Tett oppfølging — ansvaret skal ikke legges på arbeidsgiver.</a:t>
            </a:r>
            <a:r>
              <a:rPr lang="nb-NO">
                <a:solidFill>
                  <a:srgbClr val="5A554F"/>
                </a:solidFill>
                <a:latin typeface="Inter"/>
                <a:ea typeface="Inter"/>
                <a:cs typeface="Inter" pitchFamily="34" charset="-120"/>
              </a:rPr>
              <a:t> Aktiv kartlegging og vurdering av arbeidsplassen. Involvert i valg av arbeidsoppgaver, tilrettelegging og opplæring.</a:t>
            </a:r>
            <a:endParaRPr lang="nb-NO" sz="1800" noProof="0">
              <a:latin typeface="Inter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1143000" y="9697938"/>
            <a:ext cx="16002000" cy="9525"/>
          </a:xfrm>
          <a:prstGeom prst="rect">
            <a:avLst/>
          </a:prstGeom>
          <a:solidFill>
            <a:srgbClr val="D8D2C5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29" name="Shape 27"/>
          <p:cNvSpPr/>
          <p:nvPr/>
        </p:nvSpPr>
        <p:spPr>
          <a:xfrm>
            <a:off x="1143000" y="8629352"/>
            <a:ext cx="16002000" cy="9525"/>
          </a:xfrm>
          <a:prstGeom prst="rect">
            <a:avLst/>
          </a:prstGeom>
          <a:solidFill>
            <a:srgbClr val="D8D2C5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30" name="Text 28"/>
          <p:cNvSpPr/>
          <p:nvPr/>
        </p:nvSpPr>
        <p:spPr>
          <a:xfrm>
            <a:off x="1143000" y="8963620"/>
            <a:ext cx="112395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/>
            <a:r>
              <a:rPr lang="nb-NO" sz="2400">
                <a:solidFill>
                  <a:srgbClr val="5A7548"/>
                </a:solidFill>
                <a:latin typeface="JetBrains Mono"/>
                <a:ea typeface="JetBrains Mono"/>
                <a:cs typeface="JetBrains Mono" pitchFamily="34" charset="-120"/>
              </a:rPr>
              <a:t>(</a:t>
            </a:r>
            <a:r>
              <a:rPr lang="nb-NO" sz="2400" noProof="0">
                <a:solidFill>
                  <a:srgbClr val="5A7548"/>
                </a:solidFill>
                <a:latin typeface="JetBrains Mono"/>
                <a:ea typeface="JetBrains Mono"/>
                <a:cs typeface="JetBrains Mono" pitchFamily="34" charset="-120"/>
              </a:rPr>
              <a:t>4f</a:t>
            </a:r>
            <a:r>
              <a:rPr lang="nb-NO" sz="2400">
                <a:solidFill>
                  <a:srgbClr val="5A7548"/>
                </a:solidFill>
                <a:latin typeface="JetBrains Mono"/>
                <a:ea typeface="JetBrains Mono"/>
                <a:cs typeface="JetBrains Mono" pitchFamily="34" charset="-120"/>
              </a:rPr>
              <a:t>)</a:t>
            </a:r>
            <a:endParaRPr lang="nb-NO" sz="2400" noProof="0">
              <a:latin typeface="JetBrains Mono"/>
              <a:ea typeface="JetBrains Mono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2571750" y="8848427"/>
            <a:ext cx="487257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nb-NO" sz="2100" kern="0" spc="-21" noProof="0">
                <a:solidFill>
                  <a:srgbClr val="231F20"/>
                </a:solidFill>
                <a:latin typeface="Fraunces 72pt" pitchFamily="2" charset="0"/>
                <a:ea typeface="Fraunces" pitchFamily="34" charset="-122"/>
                <a:cs typeface="Fraunces" pitchFamily="34" charset="-120"/>
              </a:rPr>
              <a:t>Oppfølging ved lærekontrakt eller opplæringskontrakt</a:t>
            </a:r>
            <a:endParaRPr lang="nb-NO" sz="2100" noProof="0">
              <a:latin typeface="Fraunces 72pt" pitchFamily="2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683401" y="9008418"/>
            <a:ext cx="9745447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nb-NO" sz="1800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Avgrenset overgangsperiode i samarbeid med lærebedrift.</a:t>
            </a:r>
            <a:endParaRPr lang="nb-NO" sz="1800" noProof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1143000" y="671513"/>
            <a:ext cx="266700" cy="19050"/>
          </a:xfrm>
          <a:prstGeom prst="rect">
            <a:avLst/>
          </a:prstGeom>
          <a:solidFill>
            <a:srgbClr val="7A2E2E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4" name="Text 2"/>
          <p:cNvSpPr/>
          <p:nvPr/>
        </p:nvSpPr>
        <p:spPr>
          <a:xfrm>
            <a:off x="1581150" y="542925"/>
            <a:ext cx="439276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nb-NO" sz="1800" kern="0" spc="288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STRAMMERE RESULTATFOKUS</a:t>
            </a:r>
            <a:endParaRPr lang="nb-NO" sz="1800" noProof="0"/>
          </a:p>
        </p:txBody>
      </p:sp>
      <p:sp>
        <p:nvSpPr>
          <p:cNvPr id="5" name="Text 3"/>
          <p:cNvSpPr/>
          <p:nvPr/>
        </p:nvSpPr>
        <p:spPr>
          <a:xfrm>
            <a:off x="14712553" y="533400"/>
            <a:ext cx="250864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1800" kern="0" spc="288" noProof="0">
                <a:solidFill>
                  <a:srgbClr val="5A554F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SPS · AFT 2026</a:t>
            </a:r>
            <a:endParaRPr lang="nb-NO" sz="1800" noProof="0"/>
          </a:p>
        </p:txBody>
      </p:sp>
      <p:sp>
        <p:nvSpPr>
          <p:cNvPr id="6" name="Text 4"/>
          <p:cNvSpPr/>
          <p:nvPr/>
        </p:nvSpPr>
        <p:spPr>
          <a:xfrm>
            <a:off x="1143000" y="3304729"/>
            <a:ext cx="811946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nb-NO" sz="1800" b="1" kern="0" spc="324" noProof="0">
                <a:solidFill>
                  <a:srgbClr val="7A2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FOKUSET DREIES</a:t>
            </a:r>
            <a:endParaRPr lang="nb-NO" sz="1800" noProof="0"/>
          </a:p>
        </p:txBody>
      </p:sp>
      <p:sp>
        <p:nvSpPr>
          <p:cNvPr id="7" name="Text 5"/>
          <p:cNvSpPr/>
          <p:nvPr/>
        </p:nvSpPr>
        <p:spPr>
          <a:xfrm>
            <a:off x="1143000" y="3809554"/>
            <a:ext cx="8119469" cy="22964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nb-NO" sz="5700" kern="0" spc="-114" noProof="0" dirty="0">
                <a:solidFill>
                  <a:srgbClr val="231F20"/>
                </a:solidFill>
                <a:latin typeface="Fraunces 72pt" pitchFamily="2" charset="0"/>
                <a:ea typeface="Fraunces"/>
                <a:cs typeface="Fraunces" pitchFamily="34" charset="-120"/>
              </a:rPr>
              <a:t>Fra </a:t>
            </a:r>
            <a:r>
              <a:rPr lang="nb-NO" sz="5700" kern="0" spc="-114" dirty="0">
                <a:solidFill>
                  <a:srgbClr val="231F20"/>
                </a:solidFill>
                <a:latin typeface="Fraunces 72pt" pitchFamily="2" charset="0"/>
                <a:ea typeface="Fraunces"/>
                <a:cs typeface="Fraunces" pitchFamily="34" charset="-120"/>
              </a:rPr>
              <a:t>arbeids</a:t>
            </a:r>
            <a:r>
              <a:rPr lang="nb-NO" sz="5700" i="1" kern="0" spc="-114" dirty="0">
                <a:solidFill>
                  <a:srgbClr val="231F20"/>
                </a:solidFill>
                <a:latin typeface="Fraunces 72pt" pitchFamily="2" charset="0"/>
                <a:ea typeface="Fraunces"/>
                <a:cs typeface="Fraunces" pitchFamily="34" charset="-120"/>
              </a:rPr>
              <a:t>trening</a:t>
            </a:r>
            <a:r>
              <a:rPr lang="nb-NO" sz="5700" kern="0" spc="-114" dirty="0">
                <a:solidFill>
                  <a:srgbClr val="231F20"/>
                </a:solidFill>
                <a:latin typeface="Fraunces 72pt" pitchFamily="2" charset="0"/>
                <a:ea typeface="Fraunces"/>
                <a:cs typeface="Fraunces" pitchFamily="34" charset="-120"/>
              </a:rPr>
              <a:t> </a:t>
            </a:r>
            <a:r>
              <a:rPr lang="nb-NO" sz="5700" kern="0" spc="-114" noProof="0" dirty="0">
                <a:solidFill>
                  <a:srgbClr val="231F20"/>
                </a:solidFill>
                <a:latin typeface="Fraunces 72pt" pitchFamily="2" charset="0"/>
                <a:ea typeface="Fraunces"/>
                <a:cs typeface="Fraunces" pitchFamily="34" charset="-120"/>
              </a:rPr>
              <a:t>til </a:t>
            </a:r>
            <a:r>
              <a:rPr lang="nb-NO" sz="5700" u="sng" kern="0" spc="-114" noProof="0" dirty="0">
                <a:solidFill>
                  <a:srgbClr val="231F20"/>
                </a:solidFill>
                <a:latin typeface="Fraunces 72pt" pitchFamily="2" charset="0"/>
                <a:ea typeface="Fraunces"/>
                <a:cs typeface="Fraunces" pitchFamily="34" charset="-120"/>
              </a:rPr>
              <a:t>resultater</a:t>
            </a:r>
            <a:r>
              <a:rPr lang="nb-NO" sz="5700" kern="0" spc="-114" dirty="0">
                <a:solidFill>
                  <a:srgbClr val="231F20"/>
                </a:solidFill>
                <a:latin typeface="Fraunces 72pt" pitchFamily="2" charset="0"/>
                <a:ea typeface="Fraunces"/>
                <a:cs typeface="Fraunces" pitchFamily="34" charset="-120"/>
              </a:rPr>
              <a:t> </a:t>
            </a:r>
            <a:r>
              <a:rPr lang="nb-NO" sz="3600" kern="0" spc="-114" dirty="0">
                <a:solidFill>
                  <a:srgbClr val="231F20"/>
                </a:solidFill>
                <a:latin typeface="Fraunces 72pt" pitchFamily="2" charset="0"/>
                <a:ea typeface="Fraunces"/>
                <a:cs typeface="Fraunces" pitchFamily="34" charset="-120"/>
              </a:rPr>
              <a:t>(varig</a:t>
            </a:r>
            <a:r>
              <a:rPr lang="nb-NO" sz="3600" kern="0" spc="-114" noProof="0" dirty="0">
                <a:solidFill>
                  <a:srgbClr val="231F20"/>
                </a:solidFill>
                <a:latin typeface="Fraunces 72pt" pitchFamily="2" charset="0"/>
                <a:ea typeface="Fraunces"/>
                <a:cs typeface="Fraunces" pitchFamily="34" charset="-120"/>
              </a:rPr>
              <a:t> </a:t>
            </a:r>
            <a:r>
              <a:rPr lang="nb-NO" sz="3600" kern="0" spc="-114" dirty="0">
                <a:solidFill>
                  <a:srgbClr val="231F20"/>
                </a:solidFill>
                <a:latin typeface="Fraunces 72pt" pitchFamily="2" charset="0"/>
                <a:ea typeface="Fraunces"/>
                <a:cs typeface="Fraunces" pitchFamily="34" charset="-120"/>
              </a:rPr>
              <a:t> </a:t>
            </a:r>
            <a:r>
              <a:rPr lang="nb-NO" sz="3600" kern="0" spc="-114" noProof="0" dirty="0">
                <a:solidFill>
                  <a:srgbClr val="231F20"/>
                </a:solidFill>
                <a:latin typeface="Fraunces 72pt" pitchFamily="2" charset="0"/>
                <a:ea typeface="Fraunces"/>
                <a:cs typeface="Fraunces" pitchFamily="34" charset="-120"/>
              </a:rPr>
              <a:t>tilknytning</a:t>
            </a:r>
            <a:r>
              <a:rPr lang="nb-NO" sz="3600" kern="0" spc="-114" dirty="0">
                <a:solidFill>
                  <a:srgbClr val="231F20"/>
                </a:solidFill>
                <a:latin typeface="Fraunces 72pt" pitchFamily="2" charset="0"/>
                <a:ea typeface="Fraunces"/>
                <a:cs typeface="Fraunces" pitchFamily="34" charset="-120"/>
              </a:rPr>
              <a:t>)</a:t>
            </a:r>
            <a:endParaRPr lang="nb-NO" sz="3600" noProof="0" dirty="0">
              <a:latin typeface="Fraunces 72pt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43000" y="6448871"/>
            <a:ext cx="7848600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40000"/>
              </a:lnSpc>
            </a:pPr>
            <a:r>
              <a:rPr lang="nb-NO" sz="2250">
                <a:solidFill>
                  <a:srgbClr val="5A554F"/>
                </a:solidFill>
                <a:latin typeface="Inter"/>
              </a:rPr>
              <a:t>Vårt arbeid skal bidra til målsetningen "Ingen utenfor"</a:t>
            </a:r>
          </a:p>
          <a:p>
            <a:pPr>
              <a:lnSpc>
                <a:spcPct val="140000"/>
              </a:lnSpc>
            </a:pPr>
            <a:r>
              <a:rPr lang="nb-NO" sz="2000" i="1">
                <a:solidFill>
                  <a:srgbClr val="5A554F"/>
                </a:solidFill>
                <a:latin typeface="Inter"/>
              </a:rPr>
              <a:t>(sterkt motivert av samfunnsøkonomiske behov)</a:t>
            </a:r>
          </a:p>
        </p:txBody>
      </p:sp>
      <p:sp>
        <p:nvSpPr>
          <p:cNvPr id="9" name="Shape 7"/>
          <p:cNvSpPr/>
          <p:nvPr/>
        </p:nvSpPr>
        <p:spPr>
          <a:xfrm>
            <a:off x="9978479" y="3024188"/>
            <a:ext cx="7166521" cy="1000125"/>
          </a:xfrm>
          <a:prstGeom prst="rect">
            <a:avLst/>
          </a:prstGeom>
          <a:solidFill>
            <a:srgbClr val="F1ECE3"/>
          </a:solidFill>
          <a:ln w="9525">
            <a:solidFill>
              <a:srgbClr val="D8D2C5"/>
            </a:solidFill>
            <a:prstDash val="solid"/>
          </a:ln>
        </p:spPr>
        <p:txBody>
          <a:bodyPr/>
          <a:lstStyle/>
          <a:p>
            <a:endParaRPr lang="nb-NO" noProof="0"/>
          </a:p>
        </p:txBody>
      </p:sp>
      <p:sp>
        <p:nvSpPr>
          <p:cNvPr id="10" name="Text 8"/>
          <p:cNvSpPr/>
          <p:nvPr/>
        </p:nvSpPr>
        <p:spPr>
          <a:xfrm>
            <a:off x="10330904" y="3352800"/>
            <a:ext cx="293525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nb-NO" sz="2250" strike="sngStrike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Aktivitet</a:t>
            </a:r>
            <a:endParaRPr lang="nb-NO" sz="2250" noProof="0"/>
          </a:p>
        </p:txBody>
      </p:sp>
      <p:sp>
        <p:nvSpPr>
          <p:cNvPr id="11" name="Text 9"/>
          <p:cNvSpPr/>
          <p:nvPr/>
        </p:nvSpPr>
        <p:spPr>
          <a:xfrm>
            <a:off x="13409265" y="3338513"/>
            <a:ext cx="3810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nb-NO" sz="2400" noProof="0">
                <a:solidFill>
                  <a:srgbClr val="7A2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nb-NO" sz="2400" noProof="0"/>
          </a:p>
        </p:txBody>
      </p:sp>
      <p:sp>
        <p:nvSpPr>
          <p:cNvPr id="12" name="Text 10"/>
          <p:cNvSpPr/>
          <p:nvPr/>
        </p:nvSpPr>
        <p:spPr>
          <a:xfrm>
            <a:off x="13942665" y="3300413"/>
            <a:ext cx="2935407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2850" kern="0" spc="-29" noProof="0" dirty="0">
                <a:solidFill>
                  <a:srgbClr val="7A2E2E"/>
                </a:solidFill>
                <a:latin typeface="Fraunces 72pt" pitchFamily="2" charset="0"/>
                <a:ea typeface="Fraunces" pitchFamily="34" charset="-122"/>
                <a:cs typeface="Fraunces" pitchFamily="34" charset="-120"/>
              </a:rPr>
              <a:t>Resultat</a:t>
            </a:r>
            <a:endParaRPr lang="nb-NO" sz="2850" noProof="0" dirty="0">
              <a:latin typeface="Fraunces 72pt" pitchFamily="2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978479" y="4176712"/>
            <a:ext cx="7166521" cy="1000125"/>
          </a:xfrm>
          <a:prstGeom prst="rect">
            <a:avLst/>
          </a:prstGeom>
          <a:solidFill>
            <a:srgbClr val="F1ECE3"/>
          </a:solidFill>
          <a:ln w="9525">
            <a:solidFill>
              <a:srgbClr val="D8D2C5"/>
            </a:solidFill>
            <a:prstDash val="solid"/>
          </a:ln>
        </p:spPr>
        <p:txBody>
          <a:bodyPr/>
          <a:lstStyle/>
          <a:p>
            <a:endParaRPr lang="nb-NO" noProof="0"/>
          </a:p>
        </p:txBody>
      </p:sp>
      <p:sp>
        <p:nvSpPr>
          <p:cNvPr id="14" name="Text 12"/>
          <p:cNvSpPr/>
          <p:nvPr/>
        </p:nvSpPr>
        <p:spPr>
          <a:xfrm>
            <a:off x="10330904" y="4505325"/>
            <a:ext cx="293525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nb-NO" sz="2250" strike="sngStrike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Innsats</a:t>
            </a:r>
            <a:endParaRPr lang="nb-NO" sz="2250" noProof="0"/>
          </a:p>
        </p:txBody>
      </p:sp>
      <p:sp>
        <p:nvSpPr>
          <p:cNvPr id="15" name="Text 13"/>
          <p:cNvSpPr/>
          <p:nvPr/>
        </p:nvSpPr>
        <p:spPr>
          <a:xfrm>
            <a:off x="13409265" y="4491038"/>
            <a:ext cx="3810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nb-NO" sz="2400" noProof="0">
                <a:solidFill>
                  <a:srgbClr val="4A2F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nb-NO" sz="2400" noProof="0"/>
          </a:p>
        </p:txBody>
      </p:sp>
      <p:sp>
        <p:nvSpPr>
          <p:cNvPr id="16" name="Text 14"/>
          <p:cNvSpPr/>
          <p:nvPr/>
        </p:nvSpPr>
        <p:spPr>
          <a:xfrm>
            <a:off x="13942665" y="4452938"/>
            <a:ext cx="2935407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2850" kern="0" spc="-29" noProof="0">
                <a:solidFill>
                  <a:srgbClr val="4A2F4F"/>
                </a:solidFill>
                <a:latin typeface="Fraunces 72pt" pitchFamily="2" charset="0"/>
                <a:ea typeface="Fraunces" pitchFamily="34" charset="-122"/>
                <a:cs typeface="Fraunces" pitchFamily="34" charset="-120"/>
              </a:rPr>
              <a:t>Effekt</a:t>
            </a:r>
            <a:endParaRPr lang="nb-NO" sz="2850" noProof="0">
              <a:latin typeface="Fraunces 72pt" pitchFamily="2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978479" y="5329238"/>
            <a:ext cx="7166521" cy="1000125"/>
          </a:xfrm>
          <a:prstGeom prst="rect">
            <a:avLst/>
          </a:prstGeom>
          <a:solidFill>
            <a:srgbClr val="F1ECE3"/>
          </a:solidFill>
          <a:ln w="9525">
            <a:solidFill>
              <a:srgbClr val="D8D2C5"/>
            </a:solidFill>
            <a:prstDash val="solid"/>
          </a:ln>
        </p:spPr>
        <p:txBody>
          <a:bodyPr/>
          <a:lstStyle/>
          <a:p>
            <a:endParaRPr lang="nb-NO" noProof="0"/>
          </a:p>
        </p:txBody>
      </p:sp>
      <p:sp>
        <p:nvSpPr>
          <p:cNvPr id="18" name="Text 16"/>
          <p:cNvSpPr/>
          <p:nvPr/>
        </p:nvSpPr>
        <p:spPr>
          <a:xfrm>
            <a:off x="10330904" y="5657850"/>
            <a:ext cx="293525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nb-NO" sz="2250" strike="sngStrike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Plassering</a:t>
            </a:r>
            <a:endParaRPr lang="nb-NO" sz="2250" noProof="0"/>
          </a:p>
        </p:txBody>
      </p:sp>
      <p:sp>
        <p:nvSpPr>
          <p:cNvPr id="19" name="Text 17"/>
          <p:cNvSpPr/>
          <p:nvPr/>
        </p:nvSpPr>
        <p:spPr>
          <a:xfrm>
            <a:off x="13409265" y="5643563"/>
            <a:ext cx="3810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nb-NO" sz="2400" noProof="0">
                <a:solidFill>
                  <a:srgbClr val="9C7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nb-NO" sz="2400" noProof="0"/>
          </a:p>
        </p:txBody>
      </p:sp>
      <p:sp>
        <p:nvSpPr>
          <p:cNvPr id="20" name="Text 18"/>
          <p:cNvSpPr/>
          <p:nvPr/>
        </p:nvSpPr>
        <p:spPr>
          <a:xfrm>
            <a:off x="13942665" y="5605463"/>
            <a:ext cx="2935407" cy="485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2850" kern="0" spc="-29" noProof="0">
                <a:solidFill>
                  <a:srgbClr val="9C7A3C"/>
                </a:solidFill>
                <a:latin typeface="Fraunces 72pt" pitchFamily="2" charset="0"/>
                <a:ea typeface="Fraunces" pitchFamily="34" charset="-122"/>
                <a:cs typeface="Fraunces" pitchFamily="34" charset="-120"/>
              </a:rPr>
              <a:t>Fastholdelse</a:t>
            </a:r>
            <a:endParaRPr lang="nb-NO" sz="2850" noProof="0">
              <a:latin typeface="Fraunces 72pt" pitchFamily="2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978479" y="6481763"/>
            <a:ext cx="7166521" cy="1447800"/>
          </a:xfrm>
          <a:prstGeom prst="rect">
            <a:avLst/>
          </a:prstGeom>
          <a:solidFill>
            <a:srgbClr val="F1ECE3"/>
          </a:solidFill>
          <a:ln w="9525">
            <a:solidFill>
              <a:srgbClr val="D8D2C5"/>
            </a:solidFill>
            <a:prstDash val="solid"/>
          </a:ln>
        </p:spPr>
        <p:txBody>
          <a:bodyPr/>
          <a:lstStyle/>
          <a:p>
            <a:endParaRPr lang="nb-NO" noProof="0"/>
          </a:p>
        </p:txBody>
      </p:sp>
      <p:sp>
        <p:nvSpPr>
          <p:cNvPr id="22" name="Text 20"/>
          <p:cNvSpPr/>
          <p:nvPr/>
        </p:nvSpPr>
        <p:spPr>
          <a:xfrm>
            <a:off x="10330904" y="7034213"/>
            <a:ext cx="293525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nb-NO" sz="2250" strike="sngStrike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Skjermet arena</a:t>
            </a:r>
            <a:endParaRPr lang="nb-NO" sz="2250" noProof="0"/>
          </a:p>
        </p:txBody>
      </p:sp>
      <p:sp>
        <p:nvSpPr>
          <p:cNvPr id="23" name="Text 21"/>
          <p:cNvSpPr/>
          <p:nvPr/>
        </p:nvSpPr>
        <p:spPr>
          <a:xfrm>
            <a:off x="13409265" y="7019925"/>
            <a:ext cx="3810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nb-NO" sz="2400" noProof="0">
                <a:solidFill>
                  <a:srgbClr val="5A75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nb-NO" sz="2400" noProof="0"/>
          </a:p>
        </p:txBody>
      </p:sp>
      <p:sp>
        <p:nvSpPr>
          <p:cNvPr id="24" name="Text 22"/>
          <p:cNvSpPr/>
          <p:nvPr/>
        </p:nvSpPr>
        <p:spPr>
          <a:xfrm>
            <a:off x="13942665" y="6757988"/>
            <a:ext cx="2935407" cy="933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2850" kern="0" spc="-29" noProof="0">
                <a:solidFill>
                  <a:srgbClr val="5A7548"/>
                </a:solidFill>
                <a:latin typeface="Fraunces 72pt" pitchFamily="2" charset="0"/>
                <a:ea typeface="Fraunces" pitchFamily="34" charset="-122"/>
                <a:cs typeface="Fraunces" pitchFamily="34" charset="-120"/>
              </a:rPr>
              <a:t>Ordinært arbeidsliv</a:t>
            </a:r>
            <a:endParaRPr lang="nb-NO" sz="2850" noProof="0">
              <a:latin typeface="Fraunces 72pt" pitchFamily="2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1143000" y="671513"/>
            <a:ext cx="266700" cy="19050"/>
          </a:xfrm>
          <a:prstGeom prst="rect">
            <a:avLst/>
          </a:prstGeom>
          <a:solidFill>
            <a:srgbClr val="7A2E2E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4" name="Text 2"/>
          <p:cNvSpPr/>
          <p:nvPr/>
        </p:nvSpPr>
        <p:spPr>
          <a:xfrm>
            <a:off x="1581150" y="542925"/>
            <a:ext cx="211023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nb-NO" sz="1800" kern="0" spc="288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RESULTATMÅL</a:t>
            </a:r>
            <a:endParaRPr lang="nb-NO" sz="1800" noProof="0"/>
          </a:p>
        </p:txBody>
      </p:sp>
      <p:sp>
        <p:nvSpPr>
          <p:cNvPr id="5" name="Text 3"/>
          <p:cNvSpPr/>
          <p:nvPr/>
        </p:nvSpPr>
        <p:spPr>
          <a:xfrm>
            <a:off x="14712553" y="533400"/>
            <a:ext cx="250864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1800" kern="0" spc="288" noProof="0">
                <a:solidFill>
                  <a:srgbClr val="5A554F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SPS · AFT 2026</a:t>
            </a:r>
            <a:endParaRPr lang="nb-NO" sz="1800" noProof="0"/>
          </a:p>
        </p:txBody>
      </p:sp>
      <p:sp>
        <p:nvSpPr>
          <p:cNvPr id="6" name="Text 4"/>
          <p:cNvSpPr/>
          <p:nvPr/>
        </p:nvSpPr>
        <p:spPr>
          <a:xfrm>
            <a:off x="1143000" y="3008114"/>
            <a:ext cx="8562025" cy="3924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nb-NO" sz="36000" kern="0" spc="-1440" noProof="0" dirty="0">
                <a:solidFill>
                  <a:srgbClr val="7A2E2E"/>
                </a:solidFill>
                <a:latin typeface="Fraunces 72pt" pitchFamily="2" charset="0"/>
                <a:ea typeface="Fraunces" pitchFamily="34" charset="-122"/>
                <a:cs typeface="Fraunces" pitchFamily="34" charset="-120"/>
              </a:rPr>
              <a:t>50 </a:t>
            </a:r>
            <a:r>
              <a:rPr lang="nb-NO" sz="15000" kern="0" spc="-1440" noProof="0" dirty="0">
                <a:solidFill>
                  <a:srgbClr val="7A2E2E"/>
                </a:solidFill>
                <a:latin typeface="Fraunces 72pt" pitchFamily="2" charset="0"/>
                <a:ea typeface="Fraunces" pitchFamily="34" charset="-122"/>
                <a:cs typeface="Fraunces" pitchFamily="34" charset="-120"/>
              </a:rPr>
              <a:t>%</a:t>
            </a:r>
            <a:endParaRPr lang="nb-NO" sz="36000" noProof="0" dirty="0">
              <a:latin typeface="Fraunces 72pt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15785" y="7136521"/>
            <a:ext cx="8589240" cy="13778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nb-NO" sz="2400" noProof="0">
                <a:solidFill>
                  <a:srgbClr val="231F20"/>
                </a:solidFill>
                <a:latin typeface="Inter"/>
                <a:ea typeface="Inter"/>
                <a:cs typeface="Inter" pitchFamily="34" charset="-120"/>
              </a:rPr>
              <a:t>overgang til arbeid eller utdanning ved </a:t>
            </a:r>
            <a:r>
              <a:rPr lang="nb-NO" sz="2400">
                <a:solidFill>
                  <a:srgbClr val="231F20"/>
                </a:solidFill>
                <a:latin typeface="Inter"/>
                <a:ea typeface="Inter"/>
                <a:cs typeface="Inter" pitchFamily="34" charset="-120"/>
              </a:rPr>
              <a:t>avsluttet tiltak</a:t>
            </a:r>
            <a:r>
              <a:rPr lang="nb-NO" sz="2400" noProof="0">
                <a:solidFill>
                  <a:srgbClr val="231F20"/>
                </a:solidFill>
                <a:latin typeface="Inter"/>
                <a:ea typeface="Inter" pitchFamily="34" charset="-122"/>
                <a:cs typeface="Inter" pitchFamily="34" charset="-120"/>
              </a:rPr>
              <a:t>.</a:t>
            </a:r>
            <a:endParaRPr lang="nb-NO"/>
          </a:p>
          <a:p>
            <a:pPr>
              <a:lnSpc>
                <a:spcPct val="110000"/>
              </a:lnSpc>
            </a:pPr>
            <a:r>
              <a:rPr lang="nb-NO" sz="1600" i="1">
                <a:solidFill>
                  <a:srgbClr val="231F20"/>
                </a:solidFill>
                <a:latin typeface="Inter"/>
              </a:rPr>
              <a:t>Målet anses av Nav som realistisk sett opp mot målgruppen. </a:t>
            </a:r>
            <a:endParaRPr lang="nb-NO" sz="1600" i="1">
              <a:solidFill>
                <a:srgbClr val="000000"/>
              </a:solidFill>
              <a:latin typeface="Inter"/>
            </a:endParaRPr>
          </a:p>
          <a:p>
            <a:pPr>
              <a:lnSpc>
                <a:spcPct val="110000"/>
              </a:lnSpc>
            </a:pPr>
            <a:r>
              <a:rPr lang="nb-NO" sz="1600" i="1">
                <a:solidFill>
                  <a:srgbClr val="231F20"/>
                </a:solidFill>
                <a:latin typeface="Inter"/>
              </a:rPr>
              <a:t>Resterende deltakere forventes å gå over i annen hensiktsmessig aktivitet.</a:t>
            </a:r>
            <a:endParaRPr lang="nb-NO" sz="1600" i="1">
              <a:solidFill>
                <a:srgbClr val="000000"/>
              </a:solidFill>
              <a:latin typeface="Inter"/>
            </a:endParaRPr>
          </a:p>
          <a:p>
            <a:pPr>
              <a:lnSpc>
                <a:spcPct val="120000"/>
              </a:lnSpc>
            </a:pPr>
            <a:endParaRPr lang="nb-NO" sz="2700">
              <a:solidFill>
                <a:srgbClr val="231F20"/>
              </a:solidFill>
              <a:latin typeface="Inter"/>
            </a:endParaRPr>
          </a:p>
          <a:p>
            <a:pPr>
              <a:lnSpc>
                <a:spcPct val="120000"/>
              </a:lnSpc>
            </a:pPr>
            <a:endParaRPr lang="nb-NO" sz="2700">
              <a:solidFill>
                <a:srgbClr val="231F20"/>
              </a:solidFill>
              <a:latin typeface="Inter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217646" y="3851077"/>
            <a:ext cx="71351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nb-NO" b="1" kern="0" spc="288">
                <a:solidFill>
                  <a:srgbClr val="7A2E2E"/>
                </a:solidFill>
                <a:latin typeface="JetBrains Mono"/>
                <a:ea typeface="JetBrains Mono"/>
              </a:rPr>
              <a:t>NAVs FORVENTNINGER</a:t>
            </a:r>
            <a:endParaRPr lang="nb-NO" sz="1800" noProof="0"/>
          </a:p>
        </p:txBody>
      </p:sp>
      <p:sp>
        <p:nvSpPr>
          <p:cNvPr id="9" name="Text 7"/>
          <p:cNvSpPr/>
          <p:nvPr/>
        </p:nvSpPr>
        <p:spPr>
          <a:xfrm>
            <a:off x="10204039" y="4206224"/>
            <a:ext cx="7135175" cy="19352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>
              <a:lnSpc>
                <a:spcPct val="140000"/>
              </a:lnSpc>
            </a:pPr>
            <a:r>
              <a:rPr lang="nb-NO" sz="1950">
                <a:solidFill>
                  <a:srgbClr val="231F20"/>
                </a:solidFill>
                <a:latin typeface="Inter"/>
              </a:rPr>
              <a:t>At deltakere i størst mulig grad blir selvforsørget med stabil tilknytning til arbeidslivet. </a:t>
            </a:r>
          </a:p>
          <a:p>
            <a:pPr>
              <a:lnSpc>
                <a:spcPct val="140000"/>
              </a:lnSpc>
            </a:pPr>
            <a:endParaRPr lang="nb-NO" sz="1950">
              <a:solidFill>
                <a:srgbClr val="231F20"/>
              </a:solidFill>
              <a:latin typeface="Inter"/>
            </a:endParaRPr>
          </a:p>
          <a:p>
            <a:pPr>
              <a:lnSpc>
                <a:spcPct val="140000"/>
              </a:lnSpc>
            </a:pPr>
            <a:r>
              <a:rPr lang="nb-NO" sz="1950">
                <a:solidFill>
                  <a:srgbClr val="231F20"/>
                </a:solidFill>
                <a:latin typeface="Inter"/>
              </a:rPr>
              <a:t>Våre resultater vurderes med arbeidsindikatoren, og det forventes positiv trend over tid. Resultatene våre vil sammenlignes med andre AFT-leverandører i fylket og nasjonalt.</a:t>
            </a:r>
          </a:p>
        </p:txBody>
      </p:sp>
      <p:sp>
        <p:nvSpPr>
          <p:cNvPr id="10" name="Shape 8"/>
          <p:cNvSpPr/>
          <p:nvPr/>
        </p:nvSpPr>
        <p:spPr>
          <a:xfrm>
            <a:off x="10204039" y="6353707"/>
            <a:ext cx="6927354" cy="9525"/>
          </a:xfrm>
          <a:prstGeom prst="rect">
            <a:avLst/>
          </a:prstGeom>
          <a:solidFill>
            <a:srgbClr val="D8D2C5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11" name="Text 9"/>
          <p:cNvSpPr/>
          <p:nvPr/>
        </p:nvSpPr>
        <p:spPr>
          <a:xfrm>
            <a:off x="10204039" y="6668032"/>
            <a:ext cx="71351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nb-NO" b="1" kern="0" spc="288">
                <a:solidFill>
                  <a:srgbClr val="7A2E2E"/>
                </a:solidFill>
                <a:latin typeface="JetBrains Mono"/>
                <a:ea typeface="JetBrains Mono"/>
              </a:rPr>
              <a:t>VÅRT FOKUS NÅ</a:t>
            </a:r>
            <a:endParaRPr lang="nb-NO" sz="1800" noProof="0"/>
          </a:p>
        </p:txBody>
      </p:sp>
      <p:sp>
        <p:nvSpPr>
          <p:cNvPr id="12" name="Text 10"/>
          <p:cNvSpPr/>
          <p:nvPr/>
        </p:nvSpPr>
        <p:spPr>
          <a:xfrm>
            <a:off x="10044019" y="7077607"/>
            <a:ext cx="7163574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nb-NO" sz="1800" noProof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↗ Andel deltakere i ekstern arbeidspraksis ved 3 mnd.</a:t>
            </a:r>
            <a:endParaRPr lang="nb-NO" sz="1800" noProof="0"/>
          </a:p>
          <a:p>
            <a:pPr marL="0" indent="0" algn="l">
              <a:lnSpc>
                <a:spcPct val="140000"/>
              </a:lnSpc>
              <a:buNone/>
            </a:pPr>
            <a:r>
              <a:rPr lang="nb-NO" sz="1800" noProof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↘ Andel deltakere i intern arbeidspraksis.</a:t>
            </a:r>
            <a:endParaRPr lang="nb-NO" sz="1800" noProof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1143000" y="671513"/>
            <a:ext cx="266700" cy="19050"/>
          </a:xfrm>
          <a:prstGeom prst="rect">
            <a:avLst/>
          </a:prstGeom>
          <a:solidFill>
            <a:srgbClr val="5A7548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4" name="Text 2"/>
          <p:cNvSpPr/>
          <p:nvPr/>
        </p:nvSpPr>
        <p:spPr>
          <a:xfrm>
            <a:off x="1581150" y="542925"/>
            <a:ext cx="624300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nb-NO" sz="1800" kern="0" spc="288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ORDINÆRT ARBEIDSLIV SOM HOVEDREGEL</a:t>
            </a:r>
            <a:endParaRPr lang="nb-NO" sz="1800" noProof="0"/>
          </a:p>
        </p:txBody>
      </p:sp>
      <p:sp>
        <p:nvSpPr>
          <p:cNvPr id="5" name="Text 3"/>
          <p:cNvSpPr/>
          <p:nvPr/>
        </p:nvSpPr>
        <p:spPr>
          <a:xfrm>
            <a:off x="14712553" y="533400"/>
            <a:ext cx="250864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1800" kern="0" spc="288" noProof="0">
                <a:solidFill>
                  <a:srgbClr val="5A554F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SPS · AFT 2026</a:t>
            </a:r>
            <a:endParaRPr lang="nb-NO" sz="1800" noProof="0"/>
          </a:p>
        </p:txBody>
      </p:sp>
      <p:sp>
        <p:nvSpPr>
          <p:cNvPr id="6" name="Text 4"/>
          <p:cNvSpPr/>
          <p:nvPr/>
        </p:nvSpPr>
        <p:spPr>
          <a:xfrm>
            <a:off x="1143000" y="1428750"/>
            <a:ext cx="164820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nb-NO" sz="1800" b="1" kern="0" spc="324" noProof="0">
                <a:solidFill>
                  <a:srgbClr val="5A75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SE-PRINSIPPET — I KRAVSPEKEN</a:t>
            </a:r>
            <a:endParaRPr lang="nb-NO" sz="1800" noProof="0"/>
          </a:p>
        </p:txBody>
      </p:sp>
      <p:sp>
        <p:nvSpPr>
          <p:cNvPr id="7" name="Text 5"/>
          <p:cNvSpPr/>
          <p:nvPr/>
        </p:nvSpPr>
        <p:spPr>
          <a:xfrm>
            <a:off x="1143000" y="1933575"/>
            <a:ext cx="14716125" cy="1543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nb-NO" sz="5400" kern="0" spc="-114" noProof="0" dirty="0">
                <a:solidFill>
                  <a:srgbClr val="231F20"/>
                </a:solidFill>
                <a:latin typeface="Fraunces 72pt" pitchFamily="2" charset="0"/>
                <a:ea typeface="Fraunces"/>
                <a:cs typeface="Fraunces" pitchFamily="34" charset="-120"/>
              </a:rPr>
              <a:t>«</a:t>
            </a:r>
            <a:r>
              <a:rPr lang="nb-NO" sz="5400" i="1" kern="0" spc="-114" noProof="0" dirty="0">
                <a:solidFill>
                  <a:srgbClr val="231F20"/>
                </a:solidFill>
                <a:latin typeface="Fraunces 72pt" pitchFamily="2" charset="0"/>
                <a:ea typeface="Fraunces"/>
                <a:cs typeface="Fraunces" pitchFamily="34" charset="-120"/>
              </a:rPr>
              <a:t>Place–</a:t>
            </a:r>
            <a:r>
              <a:rPr lang="nb-NO" sz="5400" i="1" kern="0" spc="-114" noProof="0" dirty="0" err="1">
                <a:solidFill>
                  <a:srgbClr val="231F20"/>
                </a:solidFill>
                <a:latin typeface="Fraunces 72pt" pitchFamily="2" charset="0"/>
                <a:ea typeface="Fraunces"/>
                <a:cs typeface="Fraunces" pitchFamily="34" charset="-120"/>
              </a:rPr>
              <a:t>train</a:t>
            </a:r>
            <a:r>
              <a:rPr lang="nb-NO" sz="5400" i="1" kern="0" spc="-114" noProof="0" dirty="0">
                <a:solidFill>
                  <a:srgbClr val="231F20"/>
                </a:solidFill>
                <a:latin typeface="Fraunces 72pt" pitchFamily="2" charset="0"/>
                <a:ea typeface="Fraunces"/>
                <a:cs typeface="Fraunces" pitchFamily="34" charset="-120"/>
              </a:rPr>
              <a:t> </a:t>
            </a:r>
            <a:r>
              <a:rPr lang="nb-NO" sz="5400" kern="0" spc="-114" noProof="0" dirty="0">
                <a:solidFill>
                  <a:srgbClr val="231F20"/>
                </a:solidFill>
                <a:latin typeface="Fraunces 72pt" pitchFamily="2" charset="0"/>
                <a:ea typeface="Fraunces"/>
                <a:cs typeface="Fraunces" pitchFamily="34" charset="-120"/>
              </a:rPr>
              <a:t>» er nå normen. </a:t>
            </a:r>
            <a:endParaRPr lang="nb-NO" sz="5400" dirty="0">
              <a:solidFill>
                <a:srgbClr val="000000"/>
              </a:solidFill>
              <a:latin typeface="Fraunces 72pt" pitchFamily="2" charset="0"/>
              <a:ea typeface="Fraunces"/>
              <a:cs typeface="Calibri" panose="020F0502020204030204"/>
            </a:endParaRPr>
          </a:p>
          <a:p>
            <a:pPr marL="0" indent="0" algn="l">
              <a:lnSpc>
                <a:spcPct val="104000"/>
              </a:lnSpc>
              <a:buNone/>
            </a:pPr>
            <a:r>
              <a:rPr lang="nb-NO" sz="4000" kern="0" spc="-114" noProof="0" dirty="0">
                <a:solidFill>
                  <a:srgbClr val="231F20"/>
                </a:solidFill>
                <a:latin typeface="Fraunces 72pt" pitchFamily="2" charset="0"/>
                <a:ea typeface="Fraunces"/>
                <a:cs typeface="Fraunces" pitchFamily="34" charset="-120"/>
              </a:rPr>
              <a:t>Skjermet arena har tapt status.</a:t>
            </a:r>
            <a:endParaRPr lang="nb-NO" sz="4000" noProof="0" dirty="0">
              <a:latin typeface="Fraunces 72pt" pitchFamily="2" charset="0"/>
              <a:ea typeface="Fraunces"/>
              <a:cs typeface="Calibri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143000" y="3972520"/>
            <a:ext cx="7715250" cy="5361980"/>
          </a:xfrm>
          <a:prstGeom prst="rect">
            <a:avLst/>
          </a:prstGeom>
          <a:solidFill>
            <a:srgbClr val="5A7548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9" name="Text 7"/>
          <p:cNvSpPr/>
          <p:nvPr/>
        </p:nvSpPr>
        <p:spPr>
          <a:xfrm>
            <a:off x="1676400" y="4505920"/>
            <a:ext cx="684790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1800" kern="0" spc="324" noProof="0">
                <a:solidFill>
                  <a:srgbClr val="FAFAFA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HOVEDREGEL</a:t>
            </a:r>
            <a:endParaRPr lang="nb-NO" sz="1800" noProof="0"/>
          </a:p>
        </p:txBody>
      </p:sp>
      <p:sp>
        <p:nvSpPr>
          <p:cNvPr id="10" name="Text 8"/>
          <p:cNvSpPr/>
          <p:nvPr/>
        </p:nvSpPr>
        <p:spPr>
          <a:xfrm>
            <a:off x="1676400" y="5534025"/>
            <a:ext cx="6847903" cy="1838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nb-NO" sz="4500" kern="0" spc="-45" dirty="0">
                <a:solidFill>
                  <a:srgbClr val="FAFAFA"/>
                </a:solidFill>
                <a:latin typeface="Fraunces 72pt" pitchFamily="2" charset="0"/>
                <a:ea typeface="Fraunces"/>
                <a:cs typeface="Fraunces" pitchFamily="34" charset="-120"/>
              </a:rPr>
              <a:t>Aktivitet</a:t>
            </a:r>
            <a:r>
              <a:rPr lang="nb-NO" sz="4500" kern="0" spc="-45" noProof="0" dirty="0">
                <a:solidFill>
                  <a:srgbClr val="FAFAFA"/>
                </a:solidFill>
                <a:latin typeface="Fraunces 72pt" pitchFamily="2" charset="0"/>
                <a:ea typeface="Fraunces"/>
                <a:cs typeface="Fraunces" pitchFamily="34" charset="-120"/>
              </a:rPr>
              <a:t> i ordinært arbeidsliv.</a:t>
            </a:r>
            <a:endParaRPr lang="nb-NO" sz="4500" noProof="0" dirty="0">
              <a:latin typeface="Fraunces 72pt" pitchFamily="2" charset="0"/>
              <a:ea typeface="Fraunce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676400" y="7600950"/>
            <a:ext cx="6847903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>
              <a:lnSpc>
                <a:spcPct val="140000"/>
              </a:lnSpc>
            </a:pPr>
            <a:r>
              <a:rPr lang="nb-NO" sz="2250" noProof="0">
                <a:solidFill>
                  <a:srgbClr val="FAFAFA">
                    <a:alpha val="85000"/>
                  </a:srgbClr>
                </a:solidFill>
                <a:latin typeface="Inter"/>
                <a:ea typeface="Inter"/>
                <a:cs typeface="Inter" pitchFamily="34" charset="-120"/>
              </a:rPr>
              <a:t>Fra dag én — den viktigste arenaen for kartlegging, læring og rekruttering. </a:t>
            </a:r>
            <a:r>
              <a:rPr lang="nb-NO" sz="2250">
                <a:solidFill>
                  <a:srgbClr val="FAFAFA">
                    <a:alpha val="85000"/>
                  </a:srgbClr>
                </a:solidFill>
                <a:latin typeface="Inter"/>
                <a:ea typeface="Inter"/>
                <a:cs typeface="Inter" pitchFamily="34" charset="-120"/>
              </a:rPr>
              <a:t>Tett</a:t>
            </a:r>
            <a:r>
              <a:rPr lang="nb-NO" sz="2250" noProof="0">
                <a:solidFill>
                  <a:srgbClr val="FAFAFA">
                    <a:alpha val="85000"/>
                  </a:srgbClr>
                </a:solidFill>
                <a:latin typeface="Inter"/>
                <a:ea typeface="Inter"/>
                <a:cs typeface="Inter" pitchFamily="34" charset="-120"/>
              </a:rPr>
              <a:t> oppfølging </a:t>
            </a:r>
            <a:r>
              <a:rPr lang="nb-NO" sz="2250">
                <a:solidFill>
                  <a:srgbClr val="FAFAFA">
                    <a:alpha val="85000"/>
                  </a:srgbClr>
                </a:solidFill>
                <a:latin typeface="Inter"/>
                <a:ea typeface="Inter"/>
                <a:cs typeface="Inter" pitchFamily="34" charset="-120"/>
              </a:rPr>
              <a:t>av jobbkonsulent hos arbeidsgiver</a:t>
            </a:r>
            <a:r>
              <a:rPr lang="nb-NO" sz="2250" noProof="0">
                <a:solidFill>
                  <a:srgbClr val="FAFAFA">
                    <a:alpha val="85000"/>
                  </a:srgbClr>
                </a:solidFill>
                <a:latin typeface="Inter" pitchFamily="34" charset="0"/>
                <a:ea typeface="Inter"/>
                <a:cs typeface="Inter" pitchFamily="34" charset="-120"/>
              </a:rPr>
              <a:t>.</a:t>
            </a:r>
            <a:endParaRPr lang="nb-NO" sz="2250" noProof="0">
              <a:ea typeface="Inter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429750" y="3972520"/>
            <a:ext cx="7715250" cy="5361980"/>
          </a:xfrm>
          <a:prstGeom prst="rect">
            <a:avLst/>
          </a:prstGeom>
          <a:solidFill>
            <a:srgbClr val="F1ECE3"/>
          </a:solidFill>
          <a:ln w="9525">
            <a:solidFill>
              <a:srgbClr val="D8D2C5"/>
            </a:solidFill>
            <a:prstDash val="solid"/>
          </a:ln>
        </p:spPr>
        <p:txBody>
          <a:bodyPr/>
          <a:lstStyle/>
          <a:p>
            <a:endParaRPr lang="nb-NO" noProof="0"/>
          </a:p>
        </p:txBody>
      </p:sp>
      <p:sp>
        <p:nvSpPr>
          <p:cNvPr id="13" name="Text 11"/>
          <p:cNvSpPr/>
          <p:nvPr/>
        </p:nvSpPr>
        <p:spPr>
          <a:xfrm>
            <a:off x="9972675" y="4515445"/>
            <a:ext cx="682828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1800" b="1" kern="0" spc="324" noProof="0">
                <a:solidFill>
                  <a:srgbClr val="6E6A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UNNTAK</a:t>
            </a:r>
            <a:endParaRPr lang="nb-NO" sz="1800" noProof="0"/>
          </a:p>
        </p:txBody>
      </p:sp>
      <p:sp>
        <p:nvSpPr>
          <p:cNvPr id="14" name="Text 12"/>
          <p:cNvSpPr/>
          <p:nvPr/>
        </p:nvSpPr>
        <p:spPr>
          <a:xfrm>
            <a:off x="9972675" y="5675539"/>
            <a:ext cx="6828282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nb-NO" sz="4500" kern="0" spc="-45" noProof="0">
                <a:solidFill>
                  <a:srgbClr val="6E6A64"/>
                </a:solidFill>
                <a:latin typeface="Fraunces 72pt" pitchFamily="2" charset="0"/>
                <a:ea typeface="Fraunces" pitchFamily="34" charset="-122"/>
                <a:cs typeface="Fraunces" pitchFamily="34" charset="-120"/>
              </a:rPr>
              <a:t>Intern arena — unntaksvis, avgrenset, begrunnet.</a:t>
            </a:r>
            <a:endParaRPr lang="nb-NO" sz="4500" noProof="0">
              <a:latin typeface="Fraunces 72pt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972675" y="7591425"/>
            <a:ext cx="6828282" cy="14423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40000"/>
              </a:lnSpc>
            </a:pPr>
            <a:r>
              <a:rPr lang="nb-NO" sz="2100" noProof="0">
                <a:solidFill>
                  <a:srgbClr val="5A554F"/>
                </a:solidFill>
                <a:latin typeface="Inter"/>
                <a:ea typeface="Inter"/>
                <a:cs typeface="Inter" pitchFamily="34" charset="-120"/>
              </a:rPr>
              <a:t>Skal alltid begrunnes i deltakers plan. Tydelige tidsrammer</a:t>
            </a:r>
            <a:r>
              <a:rPr lang="nb-NO" sz="2100">
                <a:solidFill>
                  <a:srgbClr val="5A554F"/>
                </a:solidFill>
                <a:latin typeface="Inter"/>
                <a:ea typeface="Inter"/>
                <a:cs typeface="Inter" pitchFamily="34" charset="-120"/>
              </a:rPr>
              <a:t> og konkret mål</a:t>
            </a:r>
            <a:r>
              <a:rPr lang="nb-NO" sz="2100" noProof="0">
                <a:solidFill>
                  <a:srgbClr val="5A554F"/>
                </a:solidFill>
                <a:latin typeface="Inter"/>
                <a:ea typeface="Inter"/>
                <a:cs typeface="Inter" pitchFamily="34" charset="-120"/>
              </a:rPr>
              <a:t>.</a:t>
            </a:r>
            <a:r>
              <a:rPr lang="nb-NO" sz="2100" i="1" noProof="0">
                <a:solidFill>
                  <a:srgbClr val="5A554F"/>
                </a:solidFill>
                <a:latin typeface="Inter"/>
                <a:ea typeface="Inter"/>
                <a:cs typeface="Inter" pitchFamily="34" charset="-120"/>
              </a:rPr>
              <a:t> Et steg på veien</a:t>
            </a:r>
            <a:r>
              <a:rPr lang="nb-NO" sz="2100" i="1">
                <a:solidFill>
                  <a:srgbClr val="5A554F"/>
                </a:solidFill>
                <a:latin typeface="Inter"/>
                <a:ea typeface="Inter"/>
                <a:cs typeface="Inter" pitchFamily="34" charset="-120"/>
              </a:rPr>
              <a:t>.</a:t>
            </a:r>
            <a:endParaRPr lang="nb-NO" sz="2100" i="1" noProof="0">
              <a:solidFill>
                <a:srgbClr val="5A554F"/>
              </a:solidFill>
              <a:latin typeface="Inter"/>
              <a:ea typeface="Inte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1143000" y="671513"/>
            <a:ext cx="266700" cy="19050"/>
          </a:xfrm>
          <a:prstGeom prst="rect">
            <a:avLst/>
          </a:prstGeom>
          <a:solidFill>
            <a:srgbClr val="6E6A64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4" name="Text 2"/>
          <p:cNvSpPr/>
          <p:nvPr/>
        </p:nvSpPr>
        <p:spPr>
          <a:xfrm>
            <a:off x="1581150" y="542925"/>
            <a:ext cx="456644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nb-NO" sz="1800" kern="0" spc="288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 ARENA — UNNTAKSVIS</a:t>
            </a:r>
            <a:endParaRPr lang="nb-NO" sz="1800" noProof="0"/>
          </a:p>
        </p:txBody>
      </p:sp>
      <p:sp>
        <p:nvSpPr>
          <p:cNvPr id="5" name="Text 3"/>
          <p:cNvSpPr/>
          <p:nvPr/>
        </p:nvSpPr>
        <p:spPr>
          <a:xfrm>
            <a:off x="14712553" y="533400"/>
            <a:ext cx="250864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1800" kern="0" spc="288" noProof="0">
                <a:solidFill>
                  <a:srgbClr val="5A554F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SPS · AFT 2026</a:t>
            </a:r>
            <a:endParaRPr lang="nb-NO" sz="1800" noProof="0"/>
          </a:p>
        </p:txBody>
      </p:sp>
      <p:sp>
        <p:nvSpPr>
          <p:cNvPr id="6" name="Text 4"/>
          <p:cNvSpPr/>
          <p:nvPr/>
        </p:nvSpPr>
        <p:spPr>
          <a:xfrm>
            <a:off x="1143000" y="1782536"/>
            <a:ext cx="14716125" cy="79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nb-NO" sz="5700" kern="0" spc="-114" noProof="0" dirty="0">
                <a:solidFill>
                  <a:srgbClr val="231F20"/>
                </a:solidFill>
                <a:latin typeface="Fraunces 72pt" pitchFamily="2" charset="0"/>
                <a:ea typeface="Fraunces" pitchFamily="34" charset="-122"/>
                <a:cs typeface="Fraunces" pitchFamily="34" charset="-120"/>
              </a:rPr>
              <a:t>Konkret formål, tidsavgrenset</a:t>
            </a:r>
            <a:endParaRPr lang="nb-NO" sz="5700" noProof="0" dirty="0">
              <a:latin typeface="Fraunces 72pt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43000" y="4279744"/>
            <a:ext cx="7848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1800" b="1" kern="0" spc="288" noProof="0">
                <a:solidFill>
                  <a:srgbClr val="5A75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NÅR DET ER AKTUELT</a:t>
            </a:r>
            <a:endParaRPr lang="nb-NO" sz="1800" noProof="0"/>
          </a:p>
        </p:txBody>
      </p:sp>
      <p:sp>
        <p:nvSpPr>
          <p:cNvPr id="8" name="Text 6"/>
          <p:cNvSpPr/>
          <p:nvPr/>
        </p:nvSpPr>
        <p:spPr>
          <a:xfrm>
            <a:off x="1143000" y="4803619"/>
            <a:ext cx="242888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nb-NO" sz="1950" b="1" noProof="0">
                <a:solidFill>
                  <a:srgbClr val="5A75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nb-NO" sz="1950" noProof="0"/>
          </a:p>
        </p:txBody>
      </p:sp>
      <p:sp>
        <p:nvSpPr>
          <p:cNvPr id="9" name="Text 7"/>
          <p:cNvSpPr/>
          <p:nvPr/>
        </p:nvSpPr>
        <p:spPr>
          <a:xfrm>
            <a:off x="1475695" y="4803619"/>
            <a:ext cx="7506333" cy="5408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nb-NO" sz="1950" noProof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Konkret kartlegging eller avklaring som ikke lar seg gjøre i samtaler.</a:t>
            </a:r>
            <a:endParaRPr lang="nb-NO" sz="1950" noProof="0"/>
          </a:p>
        </p:txBody>
      </p:sp>
      <p:sp>
        <p:nvSpPr>
          <p:cNvPr id="10" name="Text 8"/>
          <p:cNvSpPr/>
          <p:nvPr/>
        </p:nvSpPr>
        <p:spPr>
          <a:xfrm>
            <a:off x="1143000" y="5328132"/>
            <a:ext cx="242888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nb-NO" sz="1950" b="1" noProof="0">
                <a:solidFill>
                  <a:srgbClr val="5A75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nb-NO" sz="1950" noProof="0"/>
          </a:p>
        </p:txBody>
      </p:sp>
      <p:sp>
        <p:nvSpPr>
          <p:cNvPr id="11" name="Text 9"/>
          <p:cNvSpPr/>
          <p:nvPr/>
        </p:nvSpPr>
        <p:spPr>
          <a:xfrm>
            <a:off x="1462088" y="5328132"/>
            <a:ext cx="3693594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nb-NO" sz="1950" noProof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Avdekke tilretteleggingsbehov.</a:t>
            </a:r>
            <a:endParaRPr lang="nb-NO" sz="1950" noProof="0"/>
          </a:p>
        </p:txBody>
      </p:sp>
      <p:sp>
        <p:nvSpPr>
          <p:cNvPr id="12" name="Text 10"/>
          <p:cNvSpPr/>
          <p:nvPr/>
        </p:nvSpPr>
        <p:spPr>
          <a:xfrm>
            <a:off x="1143000" y="5846203"/>
            <a:ext cx="242888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nb-NO" sz="1950" b="1" noProof="0">
                <a:solidFill>
                  <a:srgbClr val="5A75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nb-NO" sz="1950" noProof="0"/>
          </a:p>
        </p:txBody>
      </p:sp>
      <p:sp>
        <p:nvSpPr>
          <p:cNvPr id="13" name="Text 11"/>
          <p:cNvSpPr/>
          <p:nvPr/>
        </p:nvSpPr>
        <p:spPr>
          <a:xfrm>
            <a:off x="1462088" y="5846203"/>
            <a:ext cx="593259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nb-NO" sz="1950" noProof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Bygge trygghet for steget ut i ordinært arbeidsliv.</a:t>
            </a:r>
            <a:endParaRPr lang="nb-NO" sz="1950" noProof="0"/>
          </a:p>
        </p:txBody>
      </p:sp>
      <p:sp>
        <p:nvSpPr>
          <p:cNvPr id="14" name="Text 12"/>
          <p:cNvSpPr/>
          <p:nvPr/>
        </p:nvSpPr>
        <p:spPr>
          <a:xfrm>
            <a:off x="1143000" y="6364273"/>
            <a:ext cx="242888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nb-NO" sz="1950" b="1" noProof="0">
                <a:solidFill>
                  <a:srgbClr val="5A75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</a:t>
            </a:r>
            <a:endParaRPr lang="nb-NO" sz="1950" noProof="0"/>
          </a:p>
        </p:txBody>
      </p:sp>
      <p:sp>
        <p:nvSpPr>
          <p:cNvPr id="15" name="Text 13"/>
          <p:cNvSpPr/>
          <p:nvPr/>
        </p:nvSpPr>
        <p:spPr>
          <a:xfrm>
            <a:off x="1462088" y="6364273"/>
            <a:ext cx="6331919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nb-NO" sz="1950" noProof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Tidsbestemte mål mot ekstern arena eller utdanning.</a:t>
            </a:r>
            <a:endParaRPr lang="nb-NO" sz="1950" noProof="0"/>
          </a:p>
        </p:txBody>
      </p:sp>
      <p:sp>
        <p:nvSpPr>
          <p:cNvPr id="16" name="Text 14"/>
          <p:cNvSpPr/>
          <p:nvPr/>
        </p:nvSpPr>
        <p:spPr>
          <a:xfrm>
            <a:off x="9525000" y="4279744"/>
            <a:ext cx="78486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1800" b="1" kern="0" spc="288" noProof="0">
                <a:solidFill>
                  <a:srgbClr val="7A2E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RISIKO VI MÅ VÆRE BEVISSTE PÅ</a:t>
            </a:r>
            <a:endParaRPr lang="nb-NO" sz="1800" noProof="0"/>
          </a:p>
        </p:txBody>
      </p:sp>
      <p:sp>
        <p:nvSpPr>
          <p:cNvPr id="17" name="Text 15"/>
          <p:cNvSpPr/>
          <p:nvPr/>
        </p:nvSpPr>
        <p:spPr>
          <a:xfrm>
            <a:off x="9525000" y="4803619"/>
            <a:ext cx="242888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nb-NO" sz="1950" b="1" noProof="0">
                <a:solidFill>
                  <a:srgbClr val="7A2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</a:t>
            </a:r>
            <a:endParaRPr lang="nb-NO" sz="1950" noProof="0"/>
          </a:p>
        </p:txBody>
      </p:sp>
      <p:sp>
        <p:nvSpPr>
          <p:cNvPr id="18" name="Text 16"/>
          <p:cNvSpPr/>
          <p:nvPr/>
        </p:nvSpPr>
        <p:spPr>
          <a:xfrm>
            <a:off x="9844088" y="4803619"/>
            <a:ext cx="7514268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nb-NO" sz="1950" noProof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Komfortsone — for deltaker, jobbkonsulent og organisasjonen.</a:t>
            </a:r>
            <a:endParaRPr lang="nb-NO" sz="1950" noProof="0"/>
          </a:p>
        </p:txBody>
      </p:sp>
      <p:sp>
        <p:nvSpPr>
          <p:cNvPr id="19" name="Text 17"/>
          <p:cNvSpPr/>
          <p:nvPr/>
        </p:nvSpPr>
        <p:spPr>
          <a:xfrm>
            <a:off x="9525000" y="5321689"/>
            <a:ext cx="242888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nb-NO" sz="1950" b="1" noProof="0">
                <a:solidFill>
                  <a:srgbClr val="7A2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</a:t>
            </a:r>
            <a:endParaRPr lang="nb-NO" sz="1950" noProof="0"/>
          </a:p>
        </p:txBody>
      </p:sp>
      <p:sp>
        <p:nvSpPr>
          <p:cNvPr id="20" name="Text 18"/>
          <p:cNvSpPr/>
          <p:nvPr/>
        </p:nvSpPr>
        <p:spPr>
          <a:xfrm>
            <a:off x="9844088" y="5321689"/>
            <a:ext cx="6727569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nb-NO" sz="1950" noProof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 lengre internt opphold, desto vanskeligere overgang.</a:t>
            </a:r>
            <a:endParaRPr lang="nb-NO" sz="1950" noProof="0"/>
          </a:p>
        </p:txBody>
      </p:sp>
      <p:sp>
        <p:nvSpPr>
          <p:cNvPr id="21" name="Text 19"/>
          <p:cNvSpPr/>
          <p:nvPr/>
        </p:nvSpPr>
        <p:spPr>
          <a:xfrm>
            <a:off x="9525000" y="5839760"/>
            <a:ext cx="242888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nb-NO" sz="1950" b="1" noProof="0">
                <a:solidFill>
                  <a:srgbClr val="7A2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</a:t>
            </a:r>
            <a:endParaRPr lang="nb-NO" sz="1950" noProof="0"/>
          </a:p>
        </p:txBody>
      </p:sp>
      <p:sp>
        <p:nvSpPr>
          <p:cNvPr id="22" name="Text 20"/>
          <p:cNvSpPr/>
          <p:nvPr/>
        </p:nvSpPr>
        <p:spPr>
          <a:xfrm>
            <a:off x="9844088" y="5839760"/>
            <a:ext cx="569560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nb-NO" sz="1950" noProof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Liten støtte i forskning. Tapt relevans og status.</a:t>
            </a:r>
            <a:endParaRPr lang="nb-NO" sz="1950" noProof="0"/>
          </a:p>
        </p:txBody>
      </p:sp>
      <p:sp>
        <p:nvSpPr>
          <p:cNvPr id="23" name="Text 21"/>
          <p:cNvSpPr/>
          <p:nvPr/>
        </p:nvSpPr>
        <p:spPr>
          <a:xfrm>
            <a:off x="9525000" y="6357831"/>
            <a:ext cx="242888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nb-NO" sz="1950" b="1" noProof="0">
                <a:solidFill>
                  <a:srgbClr val="7A2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</a:t>
            </a:r>
            <a:endParaRPr lang="nb-NO" sz="1950" noProof="0"/>
          </a:p>
        </p:txBody>
      </p:sp>
      <p:sp>
        <p:nvSpPr>
          <p:cNvPr id="24" name="Text 22"/>
          <p:cNvSpPr/>
          <p:nvPr/>
        </p:nvSpPr>
        <p:spPr>
          <a:xfrm>
            <a:off x="9844088" y="6357831"/>
            <a:ext cx="4968838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nb-NO" sz="1950" noProof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Forlengelse krever tungtveiende grunner.</a:t>
            </a:r>
            <a:endParaRPr lang="nb-NO" sz="1950" noProof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1143000" y="671513"/>
            <a:ext cx="266700" cy="19050"/>
          </a:xfrm>
          <a:prstGeom prst="rect">
            <a:avLst/>
          </a:prstGeom>
          <a:solidFill>
            <a:srgbClr val="9C7A3C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4" name="Text 2"/>
          <p:cNvSpPr/>
          <p:nvPr/>
        </p:nvSpPr>
        <p:spPr>
          <a:xfrm>
            <a:off x="1581150" y="542925"/>
            <a:ext cx="521058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nb-NO" sz="1800" kern="0" spc="288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 MÅNEDER — DEN NYE FRISTEN</a:t>
            </a:r>
            <a:endParaRPr lang="nb-NO" sz="1800" noProof="0"/>
          </a:p>
        </p:txBody>
      </p:sp>
      <p:sp>
        <p:nvSpPr>
          <p:cNvPr id="5" name="Text 3"/>
          <p:cNvSpPr/>
          <p:nvPr/>
        </p:nvSpPr>
        <p:spPr>
          <a:xfrm>
            <a:off x="14712553" y="533400"/>
            <a:ext cx="250864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1800" kern="0" spc="288" noProof="0">
                <a:solidFill>
                  <a:srgbClr val="5A554F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SPS · AFT 2026</a:t>
            </a:r>
            <a:endParaRPr lang="nb-NO" sz="1800" noProof="0"/>
          </a:p>
        </p:txBody>
      </p:sp>
      <p:sp>
        <p:nvSpPr>
          <p:cNvPr id="6" name="Text 4"/>
          <p:cNvSpPr/>
          <p:nvPr/>
        </p:nvSpPr>
        <p:spPr>
          <a:xfrm>
            <a:off x="1143000" y="1428750"/>
            <a:ext cx="164820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nb-NO" sz="1800" b="1" kern="0" spc="324" noProof="0">
                <a:solidFill>
                  <a:srgbClr val="9C7A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FORVENTNING FRA NAV</a:t>
            </a:r>
            <a:endParaRPr lang="nb-NO" sz="1800" noProof="0"/>
          </a:p>
        </p:txBody>
      </p:sp>
      <p:sp>
        <p:nvSpPr>
          <p:cNvPr id="7" name="Text 5"/>
          <p:cNvSpPr/>
          <p:nvPr/>
        </p:nvSpPr>
        <p:spPr>
          <a:xfrm>
            <a:off x="1143000" y="1933575"/>
            <a:ext cx="16482060" cy="1543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nb-NO" sz="5700" kern="0" spc="-114" noProof="0">
                <a:solidFill>
                  <a:srgbClr val="231F2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Deltaker skal ha forsøkt eller være i arbeidstrening i ordinært arbeidsliv innen tre måneder.</a:t>
            </a:r>
            <a:endParaRPr lang="nb-NO" sz="5700" noProof="0"/>
          </a:p>
        </p:txBody>
      </p:sp>
      <p:sp>
        <p:nvSpPr>
          <p:cNvPr id="8" name="Shape 6"/>
          <p:cNvSpPr/>
          <p:nvPr/>
        </p:nvSpPr>
        <p:spPr>
          <a:xfrm>
            <a:off x="2476500" y="4772620"/>
            <a:ext cx="12954000" cy="19050"/>
          </a:xfrm>
          <a:prstGeom prst="rect">
            <a:avLst/>
          </a:prstGeom>
          <a:solidFill>
            <a:srgbClr val="231F20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9" name="Text 7"/>
          <p:cNvSpPr/>
          <p:nvPr/>
        </p:nvSpPr>
        <p:spPr>
          <a:xfrm>
            <a:off x="1485900" y="4201120"/>
            <a:ext cx="1981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nb-NO" sz="1650" noProof="0">
                <a:solidFill>
                  <a:srgbClr val="231F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Oppstart</a:t>
            </a:r>
            <a:endParaRPr lang="nb-NO" sz="1650" noProof="0"/>
          </a:p>
        </p:txBody>
      </p:sp>
      <p:sp>
        <p:nvSpPr>
          <p:cNvPr id="10" name="Shape 8"/>
          <p:cNvSpPr/>
          <p:nvPr/>
        </p:nvSpPr>
        <p:spPr>
          <a:xfrm>
            <a:off x="2419350" y="4629745"/>
            <a:ext cx="114300" cy="114300"/>
          </a:xfrm>
          <a:prstGeom prst="ellipse">
            <a:avLst/>
          </a:prstGeom>
          <a:solidFill>
            <a:srgbClr val="231F20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11" name="Text 9"/>
          <p:cNvSpPr/>
          <p:nvPr/>
        </p:nvSpPr>
        <p:spPr>
          <a:xfrm>
            <a:off x="3040261" y="4201120"/>
            <a:ext cx="1981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nb-NO" sz="1650" noProof="0">
                <a:solidFill>
                  <a:srgbClr val="231F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 uker</a:t>
            </a:r>
            <a:endParaRPr lang="nb-NO" sz="1650" noProof="0"/>
          </a:p>
        </p:txBody>
      </p:sp>
      <p:sp>
        <p:nvSpPr>
          <p:cNvPr id="12" name="Shape 10"/>
          <p:cNvSpPr/>
          <p:nvPr/>
        </p:nvSpPr>
        <p:spPr>
          <a:xfrm>
            <a:off x="3973711" y="4629745"/>
            <a:ext cx="114300" cy="114300"/>
          </a:xfrm>
          <a:prstGeom prst="ellipse">
            <a:avLst/>
          </a:prstGeom>
          <a:solidFill>
            <a:srgbClr val="231F20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13" name="Text 11"/>
          <p:cNvSpPr/>
          <p:nvPr/>
        </p:nvSpPr>
        <p:spPr>
          <a:xfrm>
            <a:off x="3040261" y="4820245"/>
            <a:ext cx="198120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nb-NO" sz="1650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Første plan</a:t>
            </a:r>
            <a:endParaRPr lang="nb-NO" sz="1650" noProof="0"/>
          </a:p>
        </p:txBody>
      </p:sp>
      <p:sp>
        <p:nvSpPr>
          <p:cNvPr id="14" name="Text 12"/>
          <p:cNvSpPr/>
          <p:nvPr/>
        </p:nvSpPr>
        <p:spPr>
          <a:xfrm>
            <a:off x="4335661" y="4201120"/>
            <a:ext cx="1981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nb-NO" sz="1650" noProof="0">
                <a:solidFill>
                  <a:srgbClr val="231F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 </a:t>
            </a:r>
            <a:r>
              <a:rPr lang="nb-NO" sz="1650" noProof="0" err="1">
                <a:solidFill>
                  <a:srgbClr val="231F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mnd</a:t>
            </a:r>
            <a:endParaRPr lang="nb-NO" sz="1650" noProof="0"/>
          </a:p>
        </p:txBody>
      </p:sp>
      <p:sp>
        <p:nvSpPr>
          <p:cNvPr id="15" name="Shape 13"/>
          <p:cNvSpPr/>
          <p:nvPr/>
        </p:nvSpPr>
        <p:spPr>
          <a:xfrm>
            <a:off x="5269111" y="4629745"/>
            <a:ext cx="114300" cy="114300"/>
          </a:xfrm>
          <a:prstGeom prst="ellipse">
            <a:avLst/>
          </a:prstGeom>
          <a:solidFill>
            <a:srgbClr val="231F20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16" name="Text 14"/>
          <p:cNvSpPr/>
          <p:nvPr/>
        </p:nvSpPr>
        <p:spPr>
          <a:xfrm>
            <a:off x="4335661" y="4820245"/>
            <a:ext cx="198120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nb-NO" sz="1650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revideres</a:t>
            </a:r>
            <a:endParaRPr lang="nb-NO" sz="1650" noProof="0"/>
          </a:p>
        </p:txBody>
      </p:sp>
      <p:sp>
        <p:nvSpPr>
          <p:cNvPr id="17" name="Text 15"/>
          <p:cNvSpPr/>
          <p:nvPr/>
        </p:nvSpPr>
        <p:spPr>
          <a:xfrm>
            <a:off x="5760690" y="4201120"/>
            <a:ext cx="1981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nb-NO" sz="1650" noProof="0">
                <a:solidFill>
                  <a:srgbClr val="E86E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 </a:t>
            </a:r>
            <a:r>
              <a:rPr lang="nb-NO" sz="1650" noProof="0" err="1">
                <a:solidFill>
                  <a:srgbClr val="E86E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mnd</a:t>
            </a:r>
            <a:endParaRPr lang="nb-NO" sz="1650" noProof="0"/>
          </a:p>
        </p:txBody>
      </p:sp>
      <p:sp>
        <p:nvSpPr>
          <p:cNvPr id="18" name="Shape 16"/>
          <p:cNvSpPr/>
          <p:nvPr/>
        </p:nvSpPr>
        <p:spPr>
          <a:xfrm>
            <a:off x="6636990" y="4572595"/>
            <a:ext cx="228600" cy="228600"/>
          </a:xfrm>
          <a:prstGeom prst="ellipse">
            <a:avLst/>
          </a:prstGeom>
          <a:solidFill>
            <a:srgbClr val="E86E24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19" name="Text 17"/>
          <p:cNvSpPr/>
          <p:nvPr/>
        </p:nvSpPr>
        <p:spPr>
          <a:xfrm>
            <a:off x="5760690" y="5111438"/>
            <a:ext cx="198120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nb-NO" sz="1650" dirty="0">
                <a:solidFill>
                  <a:srgbClr val="5A554F"/>
                </a:solidFill>
                <a:latin typeface="Inter" pitchFamily="34" charset="0"/>
                <a:ea typeface="Inter" pitchFamily="34" charset="-122"/>
              </a:rPr>
              <a:t>Frist ekstern praksis</a:t>
            </a:r>
            <a:endParaRPr lang="nb-NO" sz="1650" noProof="0" dirty="0"/>
          </a:p>
        </p:txBody>
      </p:sp>
      <p:sp>
        <p:nvSpPr>
          <p:cNvPr id="20" name="Text 18"/>
          <p:cNvSpPr/>
          <p:nvPr/>
        </p:nvSpPr>
        <p:spPr>
          <a:xfrm>
            <a:off x="7962900" y="4201120"/>
            <a:ext cx="1981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nb-NO" sz="1650" noProof="0">
                <a:solidFill>
                  <a:srgbClr val="231F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 </a:t>
            </a:r>
            <a:r>
              <a:rPr lang="nb-NO" sz="1650" noProof="0" err="1">
                <a:solidFill>
                  <a:srgbClr val="231F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mnd</a:t>
            </a:r>
            <a:endParaRPr lang="nb-NO" sz="1650" noProof="0"/>
          </a:p>
        </p:txBody>
      </p:sp>
      <p:sp>
        <p:nvSpPr>
          <p:cNvPr id="21" name="Shape 19"/>
          <p:cNvSpPr/>
          <p:nvPr/>
        </p:nvSpPr>
        <p:spPr>
          <a:xfrm>
            <a:off x="8896350" y="4629745"/>
            <a:ext cx="114300" cy="114300"/>
          </a:xfrm>
          <a:prstGeom prst="ellipse">
            <a:avLst/>
          </a:prstGeom>
          <a:solidFill>
            <a:srgbClr val="231F20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22" name="Text 20"/>
          <p:cNvSpPr/>
          <p:nvPr/>
        </p:nvSpPr>
        <p:spPr>
          <a:xfrm>
            <a:off x="7962900" y="4820245"/>
            <a:ext cx="198120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nb-NO" sz="1650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revideres</a:t>
            </a:r>
            <a:endParaRPr lang="nb-NO" sz="1650" noProof="0"/>
          </a:p>
        </p:txBody>
      </p:sp>
      <p:sp>
        <p:nvSpPr>
          <p:cNvPr id="23" name="Text 21"/>
          <p:cNvSpPr/>
          <p:nvPr/>
        </p:nvSpPr>
        <p:spPr>
          <a:xfrm>
            <a:off x="10553700" y="4201120"/>
            <a:ext cx="1981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nb-NO" sz="1650" noProof="0">
                <a:solidFill>
                  <a:srgbClr val="231F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 </a:t>
            </a:r>
            <a:r>
              <a:rPr lang="nb-NO" sz="1650" noProof="0" err="1">
                <a:solidFill>
                  <a:srgbClr val="231F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mnd</a:t>
            </a:r>
            <a:endParaRPr lang="nb-NO" sz="1650" noProof="0"/>
          </a:p>
        </p:txBody>
      </p:sp>
      <p:sp>
        <p:nvSpPr>
          <p:cNvPr id="24" name="Shape 22"/>
          <p:cNvSpPr/>
          <p:nvPr/>
        </p:nvSpPr>
        <p:spPr>
          <a:xfrm>
            <a:off x="11487150" y="4629745"/>
            <a:ext cx="114300" cy="114300"/>
          </a:xfrm>
          <a:prstGeom prst="ellipse">
            <a:avLst/>
          </a:prstGeom>
          <a:solidFill>
            <a:srgbClr val="231F20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25" name="Text 23"/>
          <p:cNvSpPr/>
          <p:nvPr/>
        </p:nvSpPr>
        <p:spPr>
          <a:xfrm>
            <a:off x="10553700" y="4820245"/>
            <a:ext cx="198120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nb-NO" sz="1650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revideres</a:t>
            </a:r>
            <a:endParaRPr lang="nb-NO" sz="1650" noProof="0"/>
          </a:p>
        </p:txBody>
      </p:sp>
      <p:sp>
        <p:nvSpPr>
          <p:cNvPr id="26" name="Text 24"/>
          <p:cNvSpPr/>
          <p:nvPr/>
        </p:nvSpPr>
        <p:spPr>
          <a:xfrm>
            <a:off x="12885390" y="4201120"/>
            <a:ext cx="1981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nb-NO" sz="1650" noProof="0">
                <a:solidFill>
                  <a:srgbClr val="231F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</a:t>
            </a:r>
            <a:r>
              <a:rPr lang="nb-NO" sz="1650" noProof="0" err="1">
                <a:solidFill>
                  <a:srgbClr val="231F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mnd</a:t>
            </a:r>
            <a:endParaRPr lang="nb-NO" sz="1650" noProof="0"/>
          </a:p>
        </p:txBody>
      </p:sp>
      <p:sp>
        <p:nvSpPr>
          <p:cNvPr id="27" name="Shape 25"/>
          <p:cNvSpPr/>
          <p:nvPr/>
        </p:nvSpPr>
        <p:spPr>
          <a:xfrm>
            <a:off x="13818840" y="4629745"/>
            <a:ext cx="114300" cy="114300"/>
          </a:xfrm>
          <a:prstGeom prst="ellipse">
            <a:avLst/>
          </a:prstGeom>
          <a:solidFill>
            <a:srgbClr val="231F20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28" name="Text 26"/>
          <p:cNvSpPr/>
          <p:nvPr/>
        </p:nvSpPr>
        <p:spPr>
          <a:xfrm>
            <a:off x="12885390" y="4820245"/>
            <a:ext cx="198120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nb-NO" sz="1650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revideres</a:t>
            </a:r>
            <a:endParaRPr lang="nb-NO" sz="1650" noProof="0"/>
          </a:p>
        </p:txBody>
      </p:sp>
      <p:sp>
        <p:nvSpPr>
          <p:cNvPr id="29" name="Text 27"/>
          <p:cNvSpPr/>
          <p:nvPr/>
        </p:nvSpPr>
        <p:spPr>
          <a:xfrm>
            <a:off x="14439900" y="4201120"/>
            <a:ext cx="1981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nb-NO" sz="1650" noProof="0">
                <a:solidFill>
                  <a:srgbClr val="231F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 </a:t>
            </a:r>
            <a:r>
              <a:rPr lang="nb-NO" sz="1650" noProof="0" err="1">
                <a:solidFill>
                  <a:srgbClr val="231F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mnd</a:t>
            </a:r>
            <a:endParaRPr lang="nb-NO" sz="1650" noProof="0"/>
          </a:p>
        </p:txBody>
      </p:sp>
      <p:sp>
        <p:nvSpPr>
          <p:cNvPr id="30" name="Shape 28"/>
          <p:cNvSpPr/>
          <p:nvPr/>
        </p:nvSpPr>
        <p:spPr>
          <a:xfrm>
            <a:off x="15373350" y="4629745"/>
            <a:ext cx="114300" cy="114300"/>
          </a:xfrm>
          <a:prstGeom prst="ellipse">
            <a:avLst/>
          </a:prstGeom>
          <a:solidFill>
            <a:srgbClr val="231F20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31" name="Text 29"/>
          <p:cNvSpPr/>
          <p:nvPr/>
        </p:nvSpPr>
        <p:spPr>
          <a:xfrm>
            <a:off x="14439900" y="4820245"/>
            <a:ext cx="1981200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nb-NO" sz="1650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Vurdering forlengelse</a:t>
            </a:r>
            <a:endParaRPr lang="nb-NO" sz="1650" noProof="0"/>
          </a:p>
        </p:txBody>
      </p:sp>
      <p:sp>
        <p:nvSpPr>
          <p:cNvPr id="32" name="Shape 30"/>
          <p:cNvSpPr/>
          <p:nvPr/>
        </p:nvSpPr>
        <p:spPr>
          <a:xfrm>
            <a:off x="1143000" y="6487120"/>
            <a:ext cx="5181600" cy="19050"/>
          </a:xfrm>
          <a:prstGeom prst="rect">
            <a:avLst/>
          </a:prstGeom>
          <a:solidFill>
            <a:srgbClr val="9C7A3C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33" name="Text 31"/>
          <p:cNvSpPr/>
          <p:nvPr/>
        </p:nvSpPr>
        <p:spPr>
          <a:xfrm>
            <a:off x="1143000" y="6696670"/>
            <a:ext cx="5337048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nb-NO" sz="4800" kern="0" spc="-48" noProof="0" dirty="0">
                <a:solidFill>
                  <a:srgbClr val="9C7A3C"/>
                </a:solidFill>
                <a:latin typeface="Fraunces 72pt" pitchFamily="2" charset="0"/>
                <a:ea typeface="Fraunces" pitchFamily="34" charset="-122"/>
                <a:cs typeface="Fraunces" pitchFamily="34" charset="-120"/>
              </a:rPr>
              <a:t>100 %</a:t>
            </a:r>
            <a:endParaRPr lang="nb-NO" sz="4800" noProof="0" dirty="0">
              <a:latin typeface="Fraunces 72pt" pitchFamily="2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143000" y="7439620"/>
            <a:ext cx="5337048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nb-NO" sz="2250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Deltakelse alle deltakere første 3 mnd.</a:t>
            </a:r>
            <a:endParaRPr lang="nb-NO" sz="2250" noProof="0"/>
          </a:p>
        </p:txBody>
      </p:sp>
      <p:sp>
        <p:nvSpPr>
          <p:cNvPr id="35" name="Shape 33"/>
          <p:cNvSpPr/>
          <p:nvPr/>
        </p:nvSpPr>
        <p:spPr>
          <a:xfrm>
            <a:off x="6553200" y="6487120"/>
            <a:ext cx="5181600" cy="19050"/>
          </a:xfrm>
          <a:prstGeom prst="rect">
            <a:avLst/>
          </a:prstGeom>
          <a:solidFill>
            <a:srgbClr val="9C7A3C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36" name="Text 34"/>
          <p:cNvSpPr/>
          <p:nvPr/>
        </p:nvSpPr>
        <p:spPr>
          <a:xfrm>
            <a:off x="6553200" y="6696670"/>
            <a:ext cx="5337048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nb-NO" sz="4800" kern="0" spc="-48" noProof="0">
                <a:solidFill>
                  <a:srgbClr val="9C7A3C"/>
                </a:solidFill>
                <a:latin typeface="Fraunces 72pt" pitchFamily="2" charset="0"/>
                <a:ea typeface="Fraunces" pitchFamily="34" charset="-122"/>
                <a:cs typeface="Fraunces" pitchFamily="34" charset="-120"/>
              </a:rPr>
              <a:t>Min. 40 %</a:t>
            </a:r>
            <a:endParaRPr lang="nb-NO" sz="4800" noProof="0">
              <a:latin typeface="Fraunces 72pt" pitchFamily="2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553200" y="7439620"/>
            <a:ext cx="5337048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nb-NO" sz="2250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Deltakelse etter 3 </a:t>
            </a:r>
            <a:r>
              <a:rPr lang="nb-NO" sz="2250" noProof="0" err="1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mnd</a:t>
            </a:r>
            <a:r>
              <a:rPr lang="nb-NO" sz="2250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ikke lavere.</a:t>
            </a:r>
            <a:endParaRPr lang="nb-NO" sz="2250" noProof="0"/>
          </a:p>
        </p:txBody>
      </p:sp>
      <p:sp>
        <p:nvSpPr>
          <p:cNvPr id="38" name="Shape 36"/>
          <p:cNvSpPr/>
          <p:nvPr/>
        </p:nvSpPr>
        <p:spPr>
          <a:xfrm>
            <a:off x="11963400" y="6487120"/>
            <a:ext cx="5181600" cy="19050"/>
          </a:xfrm>
          <a:prstGeom prst="rect">
            <a:avLst/>
          </a:prstGeom>
          <a:solidFill>
            <a:srgbClr val="9C7A3C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39" name="Text 37"/>
          <p:cNvSpPr/>
          <p:nvPr/>
        </p:nvSpPr>
        <p:spPr>
          <a:xfrm>
            <a:off x="11963400" y="6696670"/>
            <a:ext cx="5337048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nb-NO" sz="4800" kern="0" spc="-48" noProof="0">
                <a:solidFill>
                  <a:srgbClr val="9C7A3C"/>
                </a:solidFill>
                <a:latin typeface="Fraunces 72pt" pitchFamily="2" charset="0"/>
                <a:ea typeface="Fraunces" pitchFamily="34" charset="-122"/>
                <a:cs typeface="Fraunces" pitchFamily="34" charset="-120"/>
              </a:rPr>
              <a:t>Hver 3. </a:t>
            </a:r>
            <a:r>
              <a:rPr lang="nb-NO" sz="4800" kern="0" spc="-48" noProof="0" err="1">
                <a:solidFill>
                  <a:srgbClr val="9C7A3C"/>
                </a:solidFill>
                <a:latin typeface="Fraunces 72pt" pitchFamily="2" charset="0"/>
                <a:ea typeface="Fraunces" pitchFamily="34" charset="-122"/>
                <a:cs typeface="Fraunces" pitchFamily="34" charset="-120"/>
              </a:rPr>
              <a:t>mnd</a:t>
            </a:r>
            <a:endParaRPr lang="nb-NO" sz="4800" noProof="0">
              <a:latin typeface="Fraunces 72pt" pitchFamily="2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1963400" y="7439620"/>
            <a:ext cx="5337048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nb-NO" sz="2250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deles med Nav. Vurdering av deltakelsesprosent.</a:t>
            </a:r>
            <a:endParaRPr lang="nb-NO" sz="2250" noProof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AA62C3-E39A-92C7-01CE-22025C4DB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Rett linje 40">
            <a:extLst>
              <a:ext uri="{FF2B5EF4-FFF2-40B4-BE49-F238E27FC236}">
                <a16:creationId xmlns:a16="http://schemas.microsoft.com/office/drawing/2014/main" id="{AECC70BA-DA05-B1C2-7E2C-06698F891B62}"/>
              </a:ext>
            </a:extLst>
          </p:cNvPr>
          <p:cNvCxnSpPr/>
          <p:nvPr/>
        </p:nvCxnSpPr>
        <p:spPr>
          <a:xfrm>
            <a:off x="2228850" y="4687490"/>
            <a:ext cx="13258800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 7">
            <a:extLst>
              <a:ext uri="{FF2B5EF4-FFF2-40B4-BE49-F238E27FC236}">
                <a16:creationId xmlns:a16="http://schemas.microsoft.com/office/drawing/2014/main" id="{DBF170F5-A784-527A-059E-F16DC8A21040}"/>
              </a:ext>
            </a:extLst>
          </p:cNvPr>
          <p:cNvSpPr/>
          <p:nvPr/>
        </p:nvSpPr>
        <p:spPr>
          <a:xfrm>
            <a:off x="1485900" y="4201120"/>
            <a:ext cx="1981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nb-NO" sz="1650" noProof="0">
                <a:solidFill>
                  <a:srgbClr val="231F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Oppstart</a:t>
            </a:r>
            <a:endParaRPr lang="nb-NO" sz="1650" noProof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349123E-21A4-5101-158D-06BDAD8419BD}"/>
              </a:ext>
            </a:extLst>
          </p:cNvPr>
          <p:cNvSpPr/>
          <p:nvPr/>
        </p:nvSpPr>
        <p:spPr>
          <a:xfrm>
            <a:off x="2419350" y="4629745"/>
            <a:ext cx="114300" cy="114300"/>
          </a:xfrm>
          <a:prstGeom prst="ellipse">
            <a:avLst/>
          </a:prstGeom>
          <a:solidFill>
            <a:srgbClr val="231F20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AE0BF0D-3EE7-A0A9-39FC-D3F22C8E9A4B}"/>
              </a:ext>
            </a:extLst>
          </p:cNvPr>
          <p:cNvSpPr/>
          <p:nvPr/>
        </p:nvSpPr>
        <p:spPr>
          <a:xfrm>
            <a:off x="3040261" y="4201120"/>
            <a:ext cx="1981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nb-NO" sz="1650" noProof="0">
                <a:solidFill>
                  <a:srgbClr val="231F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 uker</a:t>
            </a:r>
            <a:endParaRPr lang="nb-NO" sz="1650" noProof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926E54C7-ABA8-1BDA-0C9E-AADF1E7311BF}"/>
              </a:ext>
            </a:extLst>
          </p:cNvPr>
          <p:cNvSpPr/>
          <p:nvPr/>
        </p:nvSpPr>
        <p:spPr>
          <a:xfrm>
            <a:off x="3973711" y="4629745"/>
            <a:ext cx="114300" cy="114300"/>
          </a:xfrm>
          <a:prstGeom prst="ellipse">
            <a:avLst/>
          </a:prstGeom>
          <a:solidFill>
            <a:srgbClr val="231F20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51E429D-18CF-FD15-D458-B1C4B9AE1966}"/>
              </a:ext>
            </a:extLst>
          </p:cNvPr>
          <p:cNvSpPr/>
          <p:nvPr/>
        </p:nvSpPr>
        <p:spPr>
          <a:xfrm>
            <a:off x="3097149" y="4831110"/>
            <a:ext cx="129540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nb-NO" sz="1650" noProof="0" dirty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Første plan</a:t>
            </a:r>
            <a:endParaRPr lang="nb-NO" sz="1650" noProof="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A02E979-4039-5E35-F37B-1AA6474F4448}"/>
              </a:ext>
            </a:extLst>
          </p:cNvPr>
          <p:cNvSpPr/>
          <p:nvPr/>
        </p:nvSpPr>
        <p:spPr>
          <a:xfrm>
            <a:off x="4335661" y="4201120"/>
            <a:ext cx="1981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nb-NO" sz="1650" noProof="0">
                <a:solidFill>
                  <a:srgbClr val="231F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 </a:t>
            </a:r>
            <a:r>
              <a:rPr lang="nb-NO" sz="1650" noProof="0" err="1">
                <a:solidFill>
                  <a:srgbClr val="231F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mnd</a:t>
            </a:r>
            <a:endParaRPr lang="nb-NO" sz="1650" noProof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51C57A01-05D7-8F3C-2E74-C76B104C6F14}"/>
              </a:ext>
            </a:extLst>
          </p:cNvPr>
          <p:cNvSpPr/>
          <p:nvPr/>
        </p:nvSpPr>
        <p:spPr>
          <a:xfrm>
            <a:off x="5269111" y="4629745"/>
            <a:ext cx="114300" cy="114300"/>
          </a:xfrm>
          <a:prstGeom prst="ellipse">
            <a:avLst/>
          </a:prstGeom>
          <a:solidFill>
            <a:srgbClr val="231F20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1D2D9552-B715-63CD-A617-5FF218230CE7}"/>
              </a:ext>
            </a:extLst>
          </p:cNvPr>
          <p:cNvSpPr/>
          <p:nvPr/>
        </p:nvSpPr>
        <p:spPr>
          <a:xfrm>
            <a:off x="4335661" y="4820245"/>
            <a:ext cx="198120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nb-NO" sz="1650" noProof="0" dirty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revideres</a:t>
            </a:r>
            <a:endParaRPr lang="nb-NO" sz="1650" noProof="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FD91CBC-B7F7-8BAA-C204-5DFA68E1FB57}"/>
              </a:ext>
            </a:extLst>
          </p:cNvPr>
          <p:cNvSpPr/>
          <p:nvPr/>
        </p:nvSpPr>
        <p:spPr>
          <a:xfrm>
            <a:off x="5760690" y="4201120"/>
            <a:ext cx="1981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nb-NO" sz="1650" noProof="0">
                <a:solidFill>
                  <a:srgbClr val="E86E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 </a:t>
            </a:r>
            <a:r>
              <a:rPr lang="nb-NO" sz="1650" noProof="0" err="1">
                <a:solidFill>
                  <a:srgbClr val="E86E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mnd</a:t>
            </a:r>
            <a:endParaRPr lang="nb-NO" sz="1650" noProof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4BC6D107-22C2-CF3A-209B-1D9C26312D0C}"/>
              </a:ext>
            </a:extLst>
          </p:cNvPr>
          <p:cNvSpPr/>
          <p:nvPr/>
        </p:nvSpPr>
        <p:spPr>
          <a:xfrm>
            <a:off x="6636990" y="4572595"/>
            <a:ext cx="228600" cy="228600"/>
          </a:xfrm>
          <a:prstGeom prst="ellipse">
            <a:avLst/>
          </a:prstGeom>
          <a:solidFill>
            <a:srgbClr val="E86E24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24C557D2-0819-3277-4827-1F398467C010}"/>
              </a:ext>
            </a:extLst>
          </p:cNvPr>
          <p:cNvSpPr/>
          <p:nvPr/>
        </p:nvSpPr>
        <p:spPr>
          <a:xfrm>
            <a:off x="6227415" y="4836467"/>
            <a:ext cx="198120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nb-NO" sz="1650" dirty="0">
                <a:solidFill>
                  <a:srgbClr val="5A554F"/>
                </a:solidFill>
                <a:latin typeface="Inter" pitchFamily="34" charset="0"/>
                <a:ea typeface="Inter" pitchFamily="34" charset="-122"/>
              </a:rPr>
              <a:t>Frist ekstern praksis</a:t>
            </a:r>
            <a:endParaRPr lang="nb-NO" sz="1650" noProof="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64E341A1-EAEB-6EC9-09D4-AF4CF15C72F1}"/>
              </a:ext>
            </a:extLst>
          </p:cNvPr>
          <p:cNvSpPr/>
          <p:nvPr/>
        </p:nvSpPr>
        <p:spPr>
          <a:xfrm>
            <a:off x="7962900" y="4201120"/>
            <a:ext cx="1981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nb-NO" sz="1650" noProof="0">
                <a:solidFill>
                  <a:srgbClr val="231F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 </a:t>
            </a:r>
            <a:r>
              <a:rPr lang="nb-NO" sz="1650" noProof="0" err="1">
                <a:solidFill>
                  <a:srgbClr val="231F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mnd</a:t>
            </a:r>
            <a:endParaRPr lang="nb-NO" sz="1650" noProof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F79A7DCA-649F-507C-CCE9-29AF5F730611}"/>
              </a:ext>
            </a:extLst>
          </p:cNvPr>
          <p:cNvSpPr/>
          <p:nvPr/>
        </p:nvSpPr>
        <p:spPr>
          <a:xfrm>
            <a:off x="8896350" y="4629745"/>
            <a:ext cx="114300" cy="114300"/>
          </a:xfrm>
          <a:prstGeom prst="ellipse">
            <a:avLst/>
          </a:prstGeom>
          <a:solidFill>
            <a:srgbClr val="231F20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D9EC00A9-56D1-5BBB-40F8-F65A5B8BDC08}"/>
              </a:ext>
            </a:extLst>
          </p:cNvPr>
          <p:cNvSpPr/>
          <p:nvPr/>
        </p:nvSpPr>
        <p:spPr>
          <a:xfrm>
            <a:off x="8559104" y="4820245"/>
            <a:ext cx="1384995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nb-NO" sz="1650" noProof="0" dirty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revideres</a:t>
            </a:r>
            <a:endParaRPr lang="nb-NO" sz="1650" noProof="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5D4B54F2-26B9-1FD5-9F26-080F144840CF}"/>
              </a:ext>
            </a:extLst>
          </p:cNvPr>
          <p:cNvSpPr/>
          <p:nvPr/>
        </p:nvSpPr>
        <p:spPr>
          <a:xfrm>
            <a:off x="10553700" y="4201120"/>
            <a:ext cx="1981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nb-NO" sz="1650" noProof="0">
                <a:solidFill>
                  <a:srgbClr val="231F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 </a:t>
            </a:r>
            <a:r>
              <a:rPr lang="nb-NO" sz="1650" noProof="0" err="1">
                <a:solidFill>
                  <a:srgbClr val="231F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mnd</a:t>
            </a:r>
            <a:endParaRPr lang="nb-NO" sz="1650" noProof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C8623375-6848-BC67-7683-2A3530C05187}"/>
              </a:ext>
            </a:extLst>
          </p:cNvPr>
          <p:cNvSpPr/>
          <p:nvPr/>
        </p:nvSpPr>
        <p:spPr>
          <a:xfrm>
            <a:off x="11487150" y="4629745"/>
            <a:ext cx="114300" cy="114300"/>
          </a:xfrm>
          <a:prstGeom prst="ellipse">
            <a:avLst/>
          </a:prstGeom>
          <a:solidFill>
            <a:srgbClr val="231F20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1C89913C-E0BC-FAAA-F3B1-B66D64E77F4D}"/>
              </a:ext>
            </a:extLst>
          </p:cNvPr>
          <p:cNvSpPr/>
          <p:nvPr/>
        </p:nvSpPr>
        <p:spPr>
          <a:xfrm>
            <a:off x="10553700" y="4820245"/>
            <a:ext cx="198120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nb-NO" sz="1650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revideres</a:t>
            </a:r>
            <a:endParaRPr lang="nb-NO" sz="1650" noProof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1DCF25DB-DF0B-180D-D9E7-494F7386D0EA}"/>
              </a:ext>
            </a:extLst>
          </p:cNvPr>
          <p:cNvSpPr/>
          <p:nvPr/>
        </p:nvSpPr>
        <p:spPr>
          <a:xfrm>
            <a:off x="12885390" y="4201120"/>
            <a:ext cx="1981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nb-NO" sz="1650" noProof="0">
                <a:solidFill>
                  <a:srgbClr val="231F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</a:t>
            </a:r>
            <a:r>
              <a:rPr lang="nb-NO" sz="1650" noProof="0" err="1">
                <a:solidFill>
                  <a:srgbClr val="231F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mnd</a:t>
            </a:r>
            <a:endParaRPr lang="nb-NO" sz="1650" noProof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30B76F8A-0376-26B2-AFC5-FAF38B034243}"/>
              </a:ext>
            </a:extLst>
          </p:cNvPr>
          <p:cNvSpPr/>
          <p:nvPr/>
        </p:nvSpPr>
        <p:spPr>
          <a:xfrm>
            <a:off x="13818840" y="4629745"/>
            <a:ext cx="114300" cy="114300"/>
          </a:xfrm>
          <a:prstGeom prst="ellipse">
            <a:avLst/>
          </a:prstGeom>
          <a:solidFill>
            <a:srgbClr val="231F20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C7EB6FB2-66E8-A17E-3600-2BB7558E4521}"/>
              </a:ext>
            </a:extLst>
          </p:cNvPr>
          <p:cNvSpPr/>
          <p:nvPr/>
        </p:nvSpPr>
        <p:spPr>
          <a:xfrm>
            <a:off x="12885390" y="4820245"/>
            <a:ext cx="198120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nb-NO" sz="1650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revideres</a:t>
            </a:r>
            <a:endParaRPr lang="nb-NO" sz="1650" noProof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CB401B99-4AF6-5AD9-2EB2-6A505234CFD0}"/>
              </a:ext>
            </a:extLst>
          </p:cNvPr>
          <p:cNvSpPr/>
          <p:nvPr/>
        </p:nvSpPr>
        <p:spPr>
          <a:xfrm>
            <a:off x="14439900" y="4201120"/>
            <a:ext cx="19812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nb-NO" sz="1650" noProof="0" dirty="0">
                <a:solidFill>
                  <a:srgbClr val="231F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 </a:t>
            </a:r>
            <a:r>
              <a:rPr lang="nb-NO" sz="1650" noProof="0" dirty="0" err="1">
                <a:solidFill>
                  <a:srgbClr val="231F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mnd</a:t>
            </a:r>
            <a:endParaRPr lang="nb-NO" sz="1650" noProof="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6D2688D5-7A7E-A787-28D5-A8F80B2A1550}"/>
              </a:ext>
            </a:extLst>
          </p:cNvPr>
          <p:cNvSpPr/>
          <p:nvPr/>
        </p:nvSpPr>
        <p:spPr>
          <a:xfrm>
            <a:off x="15373350" y="4629745"/>
            <a:ext cx="114300" cy="114300"/>
          </a:xfrm>
          <a:prstGeom prst="ellipse">
            <a:avLst/>
          </a:prstGeom>
          <a:solidFill>
            <a:srgbClr val="231F20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0F4910D7-9D84-F8E9-18AA-E1272398B36A}"/>
              </a:ext>
            </a:extLst>
          </p:cNvPr>
          <p:cNvSpPr/>
          <p:nvPr/>
        </p:nvSpPr>
        <p:spPr>
          <a:xfrm>
            <a:off x="12977812" y="3678286"/>
            <a:ext cx="2924175" cy="427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nb-NO" sz="1650" i="1" noProof="0" dirty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Forlengelse avtales med Nav</a:t>
            </a:r>
            <a:endParaRPr lang="nb-NO" sz="1650" i="1" noProof="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96DA79FC-4C97-2A5A-9A54-A8ABF6008C1E}"/>
              </a:ext>
            </a:extLst>
          </p:cNvPr>
          <p:cNvSpPr/>
          <p:nvPr/>
        </p:nvSpPr>
        <p:spPr>
          <a:xfrm>
            <a:off x="2437660" y="5906095"/>
            <a:ext cx="3886940" cy="19050"/>
          </a:xfrm>
          <a:prstGeom prst="rect">
            <a:avLst/>
          </a:prstGeom>
          <a:solidFill>
            <a:srgbClr val="9C7A3C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72DF4A65-FDF2-A6FB-CCB6-A404635A69E4}"/>
              </a:ext>
            </a:extLst>
          </p:cNvPr>
          <p:cNvSpPr/>
          <p:nvPr/>
        </p:nvSpPr>
        <p:spPr>
          <a:xfrm>
            <a:off x="2476500" y="6115645"/>
            <a:ext cx="4003548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nb-NO" sz="4800" kern="0" spc="-48" noProof="0" dirty="0">
                <a:solidFill>
                  <a:srgbClr val="9C7A3C"/>
                </a:solidFill>
                <a:latin typeface="Fraunces 72pt" pitchFamily="2" charset="0"/>
                <a:ea typeface="Fraunces" pitchFamily="34" charset="-122"/>
                <a:cs typeface="Fraunces" pitchFamily="34" charset="-120"/>
              </a:rPr>
              <a:t>100 %</a:t>
            </a:r>
            <a:endParaRPr lang="nb-NO" sz="4800" noProof="0" dirty="0">
              <a:latin typeface="Fraunces 72pt" pitchFamily="2" charset="0"/>
            </a:endParaRP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E60B030A-0F7F-7199-E866-EE8EF73EF186}"/>
              </a:ext>
            </a:extLst>
          </p:cNvPr>
          <p:cNvSpPr/>
          <p:nvPr/>
        </p:nvSpPr>
        <p:spPr>
          <a:xfrm>
            <a:off x="4004630" y="6044058"/>
            <a:ext cx="2506337" cy="671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nb-NO" sz="1600" noProof="0" dirty="0">
                <a:solidFill>
                  <a:srgbClr val="5A554F"/>
                </a:solidFill>
                <a:latin typeface="Inter" pitchFamily="34" charset="0"/>
                <a:ea typeface="Inter" pitchFamily="34" charset="-122"/>
              </a:rPr>
              <a:t>Fleksibel periode. </a:t>
            </a:r>
          </a:p>
          <a:p>
            <a:pPr marL="0" indent="0" algn="l">
              <a:lnSpc>
                <a:spcPct val="135000"/>
              </a:lnSpc>
              <a:buNone/>
            </a:pPr>
            <a:r>
              <a:rPr lang="nb-NO" sz="1600" noProof="0" dirty="0">
                <a:solidFill>
                  <a:srgbClr val="5A554F"/>
                </a:solidFill>
                <a:latin typeface="Inter" pitchFamily="34" charset="0"/>
                <a:ea typeface="Inter" pitchFamily="34" charset="-122"/>
              </a:rPr>
              <a:t>Alle har full tiltaksplass.</a:t>
            </a:r>
            <a:endParaRPr lang="nb-NO" sz="1600" noProof="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273575D4-98F8-5672-B69E-A59DBC0991A6}"/>
              </a:ext>
            </a:extLst>
          </p:cNvPr>
          <p:cNvSpPr/>
          <p:nvPr/>
        </p:nvSpPr>
        <p:spPr>
          <a:xfrm>
            <a:off x="6553199" y="5906095"/>
            <a:ext cx="8646481" cy="19050"/>
          </a:xfrm>
          <a:prstGeom prst="rect">
            <a:avLst/>
          </a:prstGeom>
          <a:solidFill>
            <a:srgbClr val="9C7A3C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B7004533-173C-CFAB-5484-92A5B86D1649}"/>
              </a:ext>
            </a:extLst>
          </p:cNvPr>
          <p:cNvSpPr/>
          <p:nvPr/>
        </p:nvSpPr>
        <p:spPr>
          <a:xfrm>
            <a:off x="6553199" y="6115645"/>
            <a:ext cx="8905875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nb-NO" sz="4800" kern="0" spc="-48" noProof="0">
                <a:solidFill>
                  <a:srgbClr val="9C7A3C"/>
                </a:solidFill>
                <a:latin typeface="Fraunces 72pt" pitchFamily="2" charset="0"/>
                <a:ea typeface="Fraunces" pitchFamily="34" charset="-122"/>
                <a:cs typeface="Fraunces" pitchFamily="34" charset="-120"/>
              </a:rPr>
              <a:t>Min. 40 %</a:t>
            </a:r>
            <a:endParaRPr lang="nb-NO" sz="4800" noProof="0">
              <a:latin typeface="Fraunces 72pt" pitchFamily="2" charset="0"/>
            </a:endParaRPr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5BA6A462-1127-71F6-24C4-87D24900F877}"/>
              </a:ext>
            </a:extLst>
          </p:cNvPr>
          <p:cNvSpPr/>
          <p:nvPr/>
        </p:nvSpPr>
        <p:spPr>
          <a:xfrm>
            <a:off x="9144000" y="6048075"/>
            <a:ext cx="605568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nb-NO" sz="1700" noProof="0" dirty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Faktisk deltakelse </a:t>
            </a:r>
            <a:r>
              <a:rPr lang="nb-NO" sz="1700" dirty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tiltak – ikke lavere! (Halv tiltaksplass om aktivitet 40-50%)</a:t>
            </a:r>
            <a:endParaRPr lang="nb-NO" sz="1700" noProof="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C0EFB0BC-B22B-9135-15E4-43CA91FFDDEA}"/>
              </a:ext>
            </a:extLst>
          </p:cNvPr>
          <p:cNvSpPr/>
          <p:nvPr/>
        </p:nvSpPr>
        <p:spPr>
          <a:xfrm>
            <a:off x="6553200" y="6876750"/>
            <a:ext cx="8563252" cy="19050"/>
          </a:xfrm>
          <a:prstGeom prst="rect">
            <a:avLst/>
          </a:prstGeom>
          <a:solidFill>
            <a:srgbClr val="9C7A3C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22904070-2456-1D42-EE4C-6861DE540153}"/>
              </a:ext>
            </a:extLst>
          </p:cNvPr>
          <p:cNvSpPr/>
          <p:nvPr/>
        </p:nvSpPr>
        <p:spPr>
          <a:xfrm>
            <a:off x="6553200" y="6983905"/>
            <a:ext cx="882015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nb-NO" sz="2400" kern="0" spc="-48" noProof="0" dirty="0">
                <a:solidFill>
                  <a:srgbClr val="9C7A3C"/>
                </a:solidFill>
                <a:latin typeface="Fraunces 72pt" pitchFamily="2" charset="0"/>
                <a:ea typeface="Fraunces" pitchFamily="34" charset="-122"/>
                <a:cs typeface="Fraunces" pitchFamily="34" charset="-120"/>
              </a:rPr>
              <a:t>Hver 3. </a:t>
            </a:r>
            <a:r>
              <a:rPr lang="nb-NO" sz="2400" kern="0" spc="-48" noProof="0" dirty="0" err="1">
                <a:solidFill>
                  <a:srgbClr val="9C7A3C"/>
                </a:solidFill>
                <a:latin typeface="Fraunces 72pt" pitchFamily="2" charset="0"/>
                <a:ea typeface="Fraunces" pitchFamily="34" charset="-122"/>
                <a:cs typeface="Fraunces" pitchFamily="34" charset="-120"/>
              </a:rPr>
              <a:t>mnd</a:t>
            </a:r>
            <a:endParaRPr lang="nb-NO" sz="2400" noProof="0" dirty="0">
              <a:latin typeface="Fraunces 72pt" pitchFamily="2" charset="0"/>
            </a:endParaRPr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3F53F34B-CBB8-62A1-FC0B-39257EFFEBA7}"/>
              </a:ext>
            </a:extLst>
          </p:cNvPr>
          <p:cNvSpPr/>
          <p:nvPr/>
        </p:nvSpPr>
        <p:spPr>
          <a:xfrm>
            <a:off x="8362950" y="7024388"/>
            <a:ext cx="6836730" cy="5756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nb-NO" sz="1400" noProof="0" dirty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deles med Nav. Vurdering av deltakelsesprosent.</a:t>
            </a:r>
            <a:endParaRPr lang="nb-NO" sz="1400" noProof="0" dirty="0"/>
          </a:p>
        </p:txBody>
      </p:sp>
      <p:cxnSp>
        <p:nvCxnSpPr>
          <p:cNvPr id="42" name="Rett linje 41">
            <a:extLst>
              <a:ext uri="{FF2B5EF4-FFF2-40B4-BE49-F238E27FC236}">
                <a16:creationId xmlns:a16="http://schemas.microsoft.com/office/drawing/2014/main" id="{44DE6FB9-E0D4-FB2E-24DE-724A883EBF64}"/>
              </a:ext>
            </a:extLst>
          </p:cNvPr>
          <p:cNvCxnSpPr>
            <a:cxnSpLocks/>
          </p:cNvCxnSpPr>
          <p:nvPr/>
        </p:nvCxnSpPr>
        <p:spPr>
          <a:xfrm flipH="1">
            <a:off x="15487650" y="4688680"/>
            <a:ext cx="1009650" cy="0"/>
          </a:xfrm>
          <a:prstGeom prst="line">
            <a:avLst/>
          </a:prstGeom>
          <a:ln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5" name="Text 27">
            <a:extLst>
              <a:ext uri="{FF2B5EF4-FFF2-40B4-BE49-F238E27FC236}">
                <a16:creationId xmlns:a16="http://schemas.microsoft.com/office/drawing/2014/main" id="{6936F27B-D930-F407-4014-C5E2A0CA02B4}"/>
              </a:ext>
            </a:extLst>
          </p:cNvPr>
          <p:cNvSpPr/>
          <p:nvPr/>
        </p:nvSpPr>
        <p:spPr>
          <a:xfrm>
            <a:off x="16106775" y="4207370"/>
            <a:ext cx="10096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nb-NO" sz="1650" dirty="0">
                <a:solidFill>
                  <a:srgbClr val="231F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 år</a:t>
            </a:r>
            <a:endParaRPr lang="nb-NO" sz="1650" noProof="0" dirty="0"/>
          </a:p>
        </p:txBody>
      </p:sp>
      <p:sp>
        <p:nvSpPr>
          <p:cNvPr id="46" name="Text 29">
            <a:extLst>
              <a:ext uri="{FF2B5EF4-FFF2-40B4-BE49-F238E27FC236}">
                <a16:creationId xmlns:a16="http://schemas.microsoft.com/office/drawing/2014/main" id="{90BFEB26-1BD8-029D-0C5F-8DE2958594F8}"/>
              </a:ext>
            </a:extLst>
          </p:cNvPr>
          <p:cNvSpPr/>
          <p:nvPr/>
        </p:nvSpPr>
        <p:spPr>
          <a:xfrm>
            <a:off x="15632461" y="4724101"/>
            <a:ext cx="1295400" cy="4275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nb-NO" sz="1050" i="1" noProof="0" dirty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Noen tilfeller: 3  år</a:t>
            </a:r>
            <a:endParaRPr lang="nb-NO" sz="1050" i="1" noProof="0" dirty="0"/>
          </a:p>
        </p:txBody>
      </p:sp>
    </p:spTree>
    <p:extLst>
      <p:ext uri="{BB962C8B-B14F-4D97-AF65-F5344CB8AC3E}">
        <p14:creationId xmlns:p14="http://schemas.microsoft.com/office/powerpoint/2010/main" val="7160856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1143000" y="671513"/>
            <a:ext cx="266700" cy="19050"/>
          </a:xfrm>
          <a:prstGeom prst="rect">
            <a:avLst/>
          </a:prstGeom>
          <a:solidFill>
            <a:srgbClr val="9C7A3C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4" name="Text 2"/>
          <p:cNvSpPr/>
          <p:nvPr/>
        </p:nvSpPr>
        <p:spPr>
          <a:xfrm>
            <a:off x="1581150" y="542925"/>
            <a:ext cx="493143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nb-NO" sz="1800" kern="0" spc="288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PLAN, DELTAKELSE OG TILSKUDD</a:t>
            </a:r>
            <a:endParaRPr lang="nb-NO" sz="1800" noProof="0"/>
          </a:p>
        </p:txBody>
      </p:sp>
      <p:sp>
        <p:nvSpPr>
          <p:cNvPr id="5" name="Text 3"/>
          <p:cNvSpPr/>
          <p:nvPr/>
        </p:nvSpPr>
        <p:spPr>
          <a:xfrm>
            <a:off x="14712553" y="533400"/>
            <a:ext cx="250864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1800" kern="0" spc="288" noProof="0">
                <a:solidFill>
                  <a:srgbClr val="5A554F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SPS · AFT 2026</a:t>
            </a:r>
            <a:endParaRPr lang="nb-NO" sz="1800" noProof="0"/>
          </a:p>
        </p:txBody>
      </p:sp>
      <p:sp>
        <p:nvSpPr>
          <p:cNvPr id="6" name="Text 4"/>
          <p:cNvSpPr/>
          <p:nvPr/>
        </p:nvSpPr>
        <p:spPr>
          <a:xfrm>
            <a:off x="1143000" y="1428750"/>
            <a:ext cx="16482060" cy="79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nb-NO" sz="5700" kern="0" spc="-114" noProof="0" dirty="0">
                <a:solidFill>
                  <a:srgbClr val="231F20"/>
                </a:solidFill>
                <a:latin typeface="Fraunces 72pt" pitchFamily="2" charset="0"/>
                <a:ea typeface="Fraunces" pitchFamily="34" charset="-122"/>
                <a:cs typeface="Fraunces" pitchFamily="34" charset="-120"/>
              </a:rPr>
              <a:t>Plan = bindeleddet til Nav</a:t>
            </a:r>
            <a:endParaRPr lang="nb-NO" sz="5700" noProof="0" dirty="0">
              <a:latin typeface="Fraunces 72pt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43000" y="2714923"/>
            <a:ext cx="822232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1800" b="1" kern="0" spc="288" noProof="0">
                <a:solidFill>
                  <a:srgbClr val="9C7A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PLAN FOR DELTAKERS TILTAKSGJENNOMFØRING</a:t>
            </a:r>
            <a:endParaRPr lang="nb-NO" sz="1800" noProof="0"/>
          </a:p>
        </p:txBody>
      </p:sp>
      <p:sp>
        <p:nvSpPr>
          <p:cNvPr id="8" name="Shape 6"/>
          <p:cNvSpPr/>
          <p:nvPr/>
        </p:nvSpPr>
        <p:spPr>
          <a:xfrm>
            <a:off x="1143000" y="3238798"/>
            <a:ext cx="7982843" cy="9525"/>
          </a:xfrm>
          <a:prstGeom prst="rect">
            <a:avLst/>
          </a:prstGeom>
          <a:solidFill>
            <a:srgbClr val="D8D2C5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9" name="Text 7"/>
          <p:cNvSpPr/>
          <p:nvPr/>
        </p:nvSpPr>
        <p:spPr>
          <a:xfrm>
            <a:off x="1143000" y="3400723"/>
            <a:ext cx="17907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1800" noProof="0">
                <a:solidFill>
                  <a:srgbClr val="9C7A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Mal</a:t>
            </a:r>
            <a:endParaRPr lang="nb-NO" sz="1800" noProof="0"/>
          </a:p>
        </p:txBody>
      </p:sp>
      <p:sp>
        <p:nvSpPr>
          <p:cNvPr id="10" name="Text 8"/>
          <p:cNvSpPr/>
          <p:nvPr/>
        </p:nvSpPr>
        <p:spPr>
          <a:xfrm>
            <a:off x="3162300" y="3362623"/>
            <a:ext cx="614244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>
              <a:lnSpc>
                <a:spcPct val="135000"/>
              </a:lnSpc>
            </a:pPr>
            <a:r>
              <a:rPr lang="nb-NO">
                <a:solidFill>
                  <a:srgbClr val="231F20"/>
                </a:solidFill>
                <a:latin typeface="Inter"/>
              </a:rPr>
              <a:t>Enkel, men tydelig og målrettet</a:t>
            </a:r>
            <a:endParaRPr lang="nb-NO" sz="1800" noProof="0">
              <a:solidFill>
                <a:srgbClr val="231F20"/>
              </a:solidFill>
              <a:latin typeface="Inter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143000" y="4019848"/>
            <a:ext cx="7982843" cy="9525"/>
          </a:xfrm>
          <a:prstGeom prst="rect">
            <a:avLst/>
          </a:prstGeom>
          <a:solidFill>
            <a:srgbClr val="D8D2C5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12" name="Text 10"/>
          <p:cNvSpPr/>
          <p:nvPr/>
        </p:nvSpPr>
        <p:spPr>
          <a:xfrm>
            <a:off x="1143000" y="4181773"/>
            <a:ext cx="17907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1800" noProof="0">
                <a:solidFill>
                  <a:srgbClr val="9C7A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Frist</a:t>
            </a:r>
            <a:endParaRPr lang="nb-NO" sz="1800" noProof="0"/>
          </a:p>
        </p:txBody>
      </p:sp>
      <p:sp>
        <p:nvSpPr>
          <p:cNvPr id="13" name="Text 11"/>
          <p:cNvSpPr/>
          <p:nvPr/>
        </p:nvSpPr>
        <p:spPr>
          <a:xfrm>
            <a:off x="3162300" y="4143673"/>
            <a:ext cx="614244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nb-NO" sz="1800" noProof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Første versjon innen 4 uker. Deretter hver 3. måned.</a:t>
            </a:r>
            <a:endParaRPr lang="nb-NO" sz="1800" noProof="0"/>
          </a:p>
        </p:txBody>
      </p:sp>
      <p:sp>
        <p:nvSpPr>
          <p:cNvPr id="14" name="Shape 12"/>
          <p:cNvSpPr/>
          <p:nvPr/>
        </p:nvSpPr>
        <p:spPr>
          <a:xfrm>
            <a:off x="1143000" y="4800898"/>
            <a:ext cx="7982843" cy="9525"/>
          </a:xfrm>
          <a:prstGeom prst="rect">
            <a:avLst/>
          </a:prstGeom>
          <a:solidFill>
            <a:srgbClr val="D8D2C5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15" name="Text 13"/>
          <p:cNvSpPr/>
          <p:nvPr/>
        </p:nvSpPr>
        <p:spPr>
          <a:xfrm>
            <a:off x="1143000" y="4962823"/>
            <a:ext cx="17907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1800" noProof="0">
                <a:solidFill>
                  <a:srgbClr val="9C7A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Eierskap</a:t>
            </a:r>
            <a:endParaRPr lang="nb-NO" sz="1800" noProof="0"/>
          </a:p>
        </p:txBody>
      </p:sp>
      <p:sp>
        <p:nvSpPr>
          <p:cNvPr id="16" name="Text 14"/>
          <p:cNvSpPr/>
          <p:nvPr/>
        </p:nvSpPr>
        <p:spPr>
          <a:xfrm>
            <a:off x="3162300" y="4924723"/>
            <a:ext cx="614244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nb-NO" sz="1800" noProof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Reelt eierskap hos deltaker — ikke en passiv mottaker.</a:t>
            </a:r>
            <a:endParaRPr lang="nb-NO" sz="1800" noProof="0"/>
          </a:p>
        </p:txBody>
      </p:sp>
      <p:sp>
        <p:nvSpPr>
          <p:cNvPr id="17" name="Shape 15"/>
          <p:cNvSpPr/>
          <p:nvPr/>
        </p:nvSpPr>
        <p:spPr>
          <a:xfrm>
            <a:off x="1143000" y="5581948"/>
            <a:ext cx="7982843" cy="9525"/>
          </a:xfrm>
          <a:prstGeom prst="rect">
            <a:avLst/>
          </a:prstGeom>
          <a:solidFill>
            <a:srgbClr val="D8D2C5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18" name="Text 16"/>
          <p:cNvSpPr/>
          <p:nvPr/>
        </p:nvSpPr>
        <p:spPr>
          <a:xfrm>
            <a:off x="1143000" y="5743873"/>
            <a:ext cx="17907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1800" noProof="0">
                <a:solidFill>
                  <a:srgbClr val="9C7A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Forlengelse</a:t>
            </a:r>
            <a:endParaRPr lang="nb-NO" sz="1800" noProof="0"/>
          </a:p>
        </p:txBody>
      </p:sp>
      <p:sp>
        <p:nvSpPr>
          <p:cNvPr id="19" name="Text 17"/>
          <p:cNvSpPr/>
          <p:nvPr/>
        </p:nvSpPr>
        <p:spPr>
          <a:xfrm>
            <a:off x="3162300" y="5705773"/>
            <a:ext cx="614244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nb-NO" sz="1800" noProof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Krever begrunnelse i planen og godkjenning fra Nav.</a:t>
            </a:r>
            <a:endParaRPr lang="nb-NO" sz="1800" noProof="0"/>
          </a:p>
        </p:txBody>
      </p:sp>
      <p:sp>
        <p:nvSpPr>
          <p:cNvPr id="20" name="Shape 18"/>
          <p:cNvSpPr/>
          <p:nvPr/>
        </p:nvSpPr>
        <p:spPr>
          <a:xfrm>
            <a:off x="1143000" y="6362998"/>
            <a:ext cx="7982843" cy="9525"/>
          </a:xfrm>
          <a:prstGeom prst="rect">
            <a:avLst/>
          </a:prstGeom>
          <a:solidFill>
            <a:srgbClr val="D8D2C5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21" name="Text 19"/>
          <p:cNvSpPr/>
          <p:nvPr/>
        </p:nvSpPr>
        <p:spPr>
          <a:xfrm>
            <a:off x="1143000" y="6524923"/>
            <a:ext cx="17907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1800" noProof="0">
                <a:solidFill>
                  <a:srgbClr val="9C7A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Avslutning</a:t>
            </a:r>
            <a:endParaRPr lang="nb-NO" sz="1800" noProof="0"/>
          </a:p>
        </p:txBody>
      </p:sp>
      <p:sp>
        <p:nvSpPr>
          <p:cNvPr id="22" name="Text 20"/>
          <p:cNvSpPr/>
          <p:nvPr/>
        </p:nvSpPr>
        <p:spPr>
          <a:xfrm>
            <a:off x="3162300" y="6486823"/>
            <a:ext cx="614244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nb-NO" sz="1800" noProof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Hvis AFT ikke er hensiktsmessig — varsle Nav snarest.</a:t>
            </a:r>
            <a:endParaRPr lang="nb-NO" sz="1800" noProof="0"/>
          </a:p>
        </p:txBody>
      </p:sp>
      <p:sp>
        <p:nvSpPr>
          <p:cNvPr id="23" name="Text 21"/>
          <p:cNvSpPr/>
          <p:nvPr/>
        </p:nvSpPr>
        <p:spPr>
          <a:xfrm>
            <a:off x="9887843" y="2714923"/>
            <a:ext cx="747487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1800" b="1" kern="0" spc="288" noProof="0">
                <a:solidFill>
                  <a:srgbClr val="4A2F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TILSKUDD OG DELTAKELSE</a:t>
            </a:r>
            <a:endParaRPr lang="nb-NO" sz="1800" noProof="0"/>
          </a:p>
        </p:txBody>
      </p:sp>
      <p:sp>
        <p:nvSpPr>
          <p:cNvPr id="24" name="Shape 22"/>
          <p:cNvSpPr/>
          <p:nvPr/>
        </p:nvSpPr>
        <p:spPr>
          <a:xfrm>
            <a:off x="9887843" y="3238798"/>
            <a:ext cx="7257157" cy="965746"/>
          </a:xfrm>
          <a:prstGeom prst="rect">
            <a:avLst/>
          </a:prstGeom>
          <a:solidFill>
            <a:srgbClr val="F1ECE3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25" name="Shape 23"/>
          <p:cNvSpPr/>
          <p:nvPr/>
        </p:nvSpPr>
        <p:spPr>
          <a:xfrm>
            <a:off x="9887843" y="3238798"/>
            <a:ext cx="38100" cy="965746"/>
          </a:xfrm>
          <a:prstGeom prst="rect">
            <a:avLst/>
          </a:prstGeom>
          <a:solidFill>
            <a:srgbClr val="4A2F4F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26" name="Text 24"/>
          <p:cNvSpPr/>
          <p:nvPr/>
        </p:nvSpPr>
        <p:spPr>
          <a:xfrm>
            <a:off x="10154543" y="3550146"/>
            <a:ext cx="16002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nb-NO" sz="2700" kern="0" spc="-27" noProof="0">
                <a:solidFill>
                  <a:srgbClr val="4A2F4F"/>
                </a:solidFill>
                <a:latin typeface="Fraunces 72pt" pitchFamily="2" charset="0"/>
                <a:ea typeface="Fraunces" pitchFamily="34" charset="-122"/>
                <a:cs typeface="Fraunces" pitchFamily="34" charset="-120"/>
              </a:rPr>
              <a:t>100 %</a:t>
            </a:r>
            <a:endParaRPr lang="nb-NO" sz="2700" noProof="0">
              <a:latin typeface="Fraunces 72pt" pitchFamily="2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1907143" y="3410248"/>
            <a:ext cx="515953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nb-NO" sz="1800" noProof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Alle deltakere de første 3 månedene</a:t>
            </a:r>
            <a:endParaRPr lang="nb-NO" sz="1800" noProof="0"/>
          </a:p>
        </p:txBody>
      </p:sp>
      <p:sp>
        <p:nvSpPr>
          <p:cNvPr id="28" name="Text 26"/>
          <p:cNvSpPr/>
          <p:nvPr/>
        </p:nvSpPr>
        <p:spPr>
          <a:xfrm>
            <a:off x="11907143" y="3724573"/>
            <a:ext cx="5159535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nb-NO" sz="1800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Sikrer tid til kartlegging og relasjonsbygging.</a:t>
            </a:r>
            <a:endParaRPr lang="nb-NO" sz="1800" noProof="0"/>
          </a:p>
        </p:txBody>
      </p:sp>
      <p:sp>
        <p:nvSpPr>
          <p:cNvPr id="29" name="Shape 27"/>
          <p:cNvSpPr/>
          <p:nvPr/>
        </p:nvSpPr>
        <p:spPr>
          <a:xfrm>
            <a:off x="9887843" y="4395043"/>
            <a:ext cx="7257157" cy="965746"/>
          </a:xfrm>
          <a:prstGeom prst="rect">
            <a:avLst/>
          </a:prstGeom>
          <a:solidFill>
            <a:srgbClr val="F1ECE3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30" name="Shape 28"/>
          <p:cNvSpPr/>
          <p:nvPr/>
        </p:nvSpPr>
        <p:spPr>
          <a:xfrm>
            <a:off x="9887843" y="4395043"/>
            <a:ext cx="38100" cy="965746"/>
          </a:xfrm>
          <a:prstGeom prst="rect">
            <a:avLst/>
          </a:prstGeom>
          <a:solidFill>
            <a:srgbClr val="4A2F4F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31" name="Text 29"/>
          <p:cNvSpPr/>
          <p:nvPr/>
        </p:nvSpPr>
        <p:spPr>
          <a:xfrm>
            <a:off x="10154543" y="4706392"/>
            <a:ext cx="16002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nb-NO" sz="2700" kern="0" spc="-27" noProof="0">
                <a:solidFill>
                  <a:srgbClr val="4A2F4F"/>
                </a:solidFill>
                <a:latin typeface="Fraunces 72pt" pitchFamily="2" charset="0"/>
                <a:ea typeface="Fraunces" pitchFamily="34" charset="-122"/>
                <a:cs typeface="Fraunces" pitchFamily="34" charset="-120"/>
              </a:rPr>
              <a:t>≥ 51 %</a:t>
            </a:r>
            <a:endParaRPr lang="nb-NO" sz="2700" noProof="0">
              <a:latin typeface="Fraunces 72pt" pitchFamily="2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1907143" y="4566493"/>
            <a:ext cx="515953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nb-NO" sz="1800" noProof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Tilskuddssats 100 %</a:t>
            </a:r>
            <a:endParaRPr lang="nb-NO" sz="1800" noProof="0"/>
          </a:p>
        </p:txBody>
      </p:sp>
      <p:sp>
        <p:nvSpPr>
          <p:cNvPr id="33" name="Text 31"/>
          <p:cNvSpPr/>
          <p:nvPr/>
        </p:nvSpPr>
        <p:spPr>
          <a:xfrm>
            <a:off x="11907143" y="4880818"/>
            <a:ext cx="5159535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nb-NO" sz="1800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Etter 3 </a:t>
            </a:r>
            <a:r>
              <a:rPr lang="nb-NO" sz="1800" noProof="0" err="1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mnd</a:t>
            </a:r>
            <a:r>
              <a:rPr lang="nb-NO" sz="1800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basert på faktisk deltakelse.</a:t>
            </a:r>
            <a:endParaRPr lang="nb-NO" sz="1800" noProof="0"/>
          </a:p>
        </p:txBody>
      </p:sp>
      <p:sp>
        <p:nvSpPr>
          <p:cNvPr id="34" name="Shape 32"/>
          <p:cNvSpPr/>
          <p:nvPr/>
        </p:nvSpPr>
        <p:spPr>
          <a:xfrm>
            <a:off x="9887843" y="5551289"/>
            <a:ext cx="7257157" cy="1274266"/>
          </a:xfrm>
          <a:prstGeom prst="rect">
            <a:avLst/>
          </a:prstGeom>
          <a:solidFill>
            <a:srgbClr val="F1ECE3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35" name="Shape 33"/>
          <p:cNvSpPr/>
          <p:nvPr/>
        </p:nvSpPr>
        <p:spPr>
          <a:xfrm>
            <a:off x="9887843" y="5551289"/>
            <a:ext cx="38100" cy="1274266"/>
          </a:xfrm>
          <a:prstGeom prst="rect">
            <a:avLst/>
          </a:prstGeom>
          <a:solidFill>
            <a:srgbClr val="6E6A64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36" name="Text 34"/>
          <p:cNvSpPr/>
          <p:nvPr/>
        </p:nvSpPr>
        <p:spPr>
          <a:xfrm>
            <a:off x="10154543" y="6016972"/>
            <a:ext cx="16002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nb-NO" sz="2700" kern="0" spc="-27" noProof="0">
                <a:solidFill>
                  <a:srgbClr val="6E6A64"/>
                </a:solidFill>
                <a:latin typeface="Fraunces 72pt" pitchFamily="2" charset="0"/>
                <a:ea typeface="Fraunces" pitchFamily="34" charset="-122"/>
                <a:cs typeface="Fraunces" pitchFamily="34" charset="-120"/>
              </a:rPr>
              <a:t>≤ 50 %</a:t>
            </a:r>
            <a:endParaRPr lang="nb-NO" sz="2700" noProof="0">
              <a:latin typeface="Fraunces 72pt" pitchFamily="2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1907143" y="5722739"/>
            <a:ext cx="515953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nb-NO" sz="1800" noProof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Tilskuddssats 50 %</a:t>
            </a:r>
            <a:endParaRPr lang="nb-NO" sz="1800" noProof="0"/>
          </a:p>
        </p:txBody>
      </p:sp>
      <p:sp>
        <p:nvSpPr>
          <p:cNvPr id="38" name="Text 36"/>
          <p:cNvSpPr/>
          <p:nvPr/>
        </p:nvSpPr>
        <p:spPr>
          <a:xfrm>
            <a:off x="11907143" y="6037064"/>
            <a:ext cx="5159535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nb-NO" sz="1800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Også ved overgang til lønnet arbeid / lærekontrakt.</a:t>
            </a:r>
            <a:endParaRPr lang="nb-NO" sz="1800" noProof="0"/>
          </a:p>
        </p:txBody>
      </p:sp>
      <p:sp>
        <p:nvSpPr>
          <p:cNvPr id="39" name="Shape 37"/>
          <p:cNvSpPr/>
          <p:nvPr/>
        </p:nvSpPr>
        <p:spPr>
          <a:xfrm>
            <a:off x="9887843" y="7016055"/>
            <a:ext cx="7257157" cy="965746"/>
          </a:xfrm>
          <a:prstGeom prst="rect">
            <a:avLst/>
          </a:prstGeom>
          <a:solidFill>
            <a:srgbClr val="F1ECE3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40" name="Shape 38"/>
          <p:cNvSpPr/>
          <p:nvPr/>
        </p:nvSpPr>
        <p:spPr>
          <a:xfrm>
            <a:off x="9887843" y="7016055"/>
            <a:ext cx="38100" cy="965746"/>
          </a:xfrm>
          <a:prstGeom prst="rect">
            <a:avLst/>
          </a:prstGeom>
          <a:solidFill>
            <a:srgbClr val="7A2E2E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41" name="Text 39"/>
          <p:cNvSpPr/>
          <p:nvPr/>
        </p:nvSpPr>
        <p:spPr>
          <a:xfrm>
            <a:off x="10154543" y="7327404"/>
            <a:ext cx="16002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nb-NO" sz="2700" kern="0" spc="-27" noProof="0">
                <a:solidFill>
                  <a:srgbClr val="7A2E2E"/>
                </a:solidFill>
                <a:latin typeface="Fraunces 72pt" pitchFamily="2" charset="0"/>
                <a:ea typeface="Fraunces" pitchFamily="34" charset="-122"/>
                <a:cs typeface="Fraunces" pitchFamily="34" charset="-120"/>
              </a:rPr>
              <a:t>Min 40 %</a:t>
            </a:r>
            <a:endParaRPr lang="nb-NO" sz="2700" noProof="0">
              <a:latin typeface="Fraunces 72pt" pitchFamily="2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11907143" y="7187505"/>
            <a:ext cx="515953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nb-NO" sz="1800" noProof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Gulv for deltakelse</a:t>
            </a:r>
            <a:endParaRPr lang="nb-NO" sz="1800" noProof="0"/>
          </a:p>
        </p:txBody>
      </p:sp>
      <p:sp>
        <p:nvSpPr>
          <p:cNvPr id="43" name="Text 41"/>
          <p:cNvSpPr/>
          <p:nvPr/>
        </p:nvSpPr>
        <p:spPr>
          <a:xfrm>
            <a:off x="11907143" y="7501830"/>
            <a:ext cx="5159535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nb-NO" sz="1800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Lavere → vurder avslutning i dialog med Nav.</a:t>
            </a:r>
            <a:endParaRPr lang="nb-NO" sz="1800" noProof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1143000" y="671513"/>
            <a:ext cx="266700" cy="19050"/>
          </a:xfrm>
          <a:prstGeom prst="rect">
            <a:avLst/>
          </a:prstGeom>
          <a:solidFill>
            <a:srgbClr val="4A2F4F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4" name="Text 2"/>
          <p:cNvSpPr/>
          <p:nvPr/>
        </p:nvSpPr>
        <p:spPr>
          <a:xfrm>
            <a:off x="1581150" y="542925"/>
            <a:ext cx="343820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nb-NO" sz="1800" kern="0" spc="288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KRAV TIL KOMPETANSE</a:t>
            </a:r>
            <a:endParaRPr lang="nb-NO" sz="1800" noProof="0"/>
          </a:p>
        </p:txBody>
      </p:sp>
      <p:sp>
        <p:nvSpPr>
          <p:cNvPr id="5" name="Text 3"/>
          <p:cNvSpPr/>
          <p:nvPr/>
        </p:nvSpPr>
        <p:spPr>
          <a:xfrm>
            <a:off x="14712553" y="533400"/>
            <a:ext cx="250864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1800" kern="0" spc="288" noProof="0">
                <a:solidFill>
                  <a:srgbClr val="5A554F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SPS · AFT 2026</a:t>
            </a:r>
            <a:endParaRPr lang="nb-NO" sz="1800" noProof="0"/>
          </a:p>
        </p:txBody>
      </p:sp>
      <p:sp>
        <p:nvSpPr>
          <p:cNvPr id="6" name="Text 4"/>
          <p:cNvSpPr/>
          <p:nvPr/>
        </p:nvSpPr>
        <p:spPr>
          <a:xfrm>
            <a:off x="1143000" y="1352550"/>
            <a:ext cx="16482060" cy="79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nb-NO" sz="5700" kern="0" spc="-114" noProof="0" dirty="0">
                <a:solidFill>
                  <a:srgbClr val="231F20"/>
                </a:solidFill>
                <a:latin typeface="Fraunces 72pt" pitchFamily="2" charset="0"/>
                <a:ea typeface="Fraunces" pitchFamily="34" charset="-122"/>
                <a:cs typeface="Fraunces" pitchFamily="34" charset="-120"/>
              </a:rPr>
              <a:t>Ti kompetanseområder — eksplisitt listet</a:t>
            </a:r>
            <a:endParaRPr lang="nb-NO" sz="5700" noProof="0" dirty="0">
              <a:latin typeface="Fraunces 72pt" pitchFamily="2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43000" y="2219623"/>
            <a:ext cx="1275397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nb-NO" sz="2250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1–6 gjelder hver enkelt veileder. 7–10 skal dekkes av virksomheten samlet.</a:t>
            </a:r>
            <a:endParaRPr lang="nb-NO" sz="2250" noProof="0"/>
          </a:p>
        </p:txBody>
      </p:sp>
      <p:sp>
        <p:nvSpPr>
          <p:cNvPr id="8" name="Text 6"/>
          <p:cNvSpPr/>
          <p:nvPr/>
        </p:nvSpPr>
        <p:spPr>
          <a:xfrm>
            <a:off x="1143000" y="2943523"/>
            <a:ext cx="953604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1800" b="1" kern="0" spc="288" noProof="0">
                <a:solidFill>
                  <a:srgbClr val="4A2F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HVER ENKELT JOBBKONSULENT</a:t>
            </a:r>
            <a:endParaRPr lang="nb-NO" sz="1800" noProof="0"/>
          </a:p>
        </p:txBody>
      </p:sp>
      <p:sp>
        <p:nvSpPr>
          <p:cNvPr id="9" name="Shape 7"/>
          <p:cNvSpPr/>
          <p:nvPr/>
        </p:nvSpPr>
        <p:spPr>
          <a:xfrm>
            <a:off x="1143000" y="3429298"/>
            <a:ext cx="4552950" cy="969615"/>
          </a:xfrm>
          <a:prstGeom prst="rect">
            <a:avLst/>
          </a:prstGeom>
          <a:solidFill>
            <a:srgbClr val="F1ECE3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10" name="Text 8"/>
          <p:cNvSpPr/>
          <p:nvPr/>
        </p:nvSpPr>
        <p:spPr>
          <a:xfrm>
            <a:off x="1371600" y="3619798"/>
            <a:ext cx="259110" cy="626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nb-NO" sz="2400" noProof="0">
                <a:solidFill>
                  <a:srgbClr val="4A2F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nb-NO" sz="2400" noProof="0"/>
          </a:p>
        </p:txBody>
      </p:sp>
      <p:sp>
        <p:nvSpPr>
          <p:cNvPr id="11" name="Text 9"/>
          <p:cNvSpPr/>
          <p:nvPr/>
        </p:nvSpPr>
        <p:spPr>
          <a:xfrm>
            <a:off x="1725960" y="3619798"/>
            <a:ext cx="2353866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nb-NO" sz="1800" noProof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Veiledningsmetodikk</a:t>
            </a:r>
            <a:endParaRPr lang="nb-NO" sz="1800" noProof="0"/>
          </a:p>
        </p:txBody>
      </p:sp>
      <p:sp>
        <p:nvSpPr>
          <p:cNvPr id="12" name="Text 10"/>
          <p:cNvSpPr/>
          <p:nvPr/>
        </p:nvSpPr>
        <p:spPr>
          <a:xfrm>
            <a:off x="1725960" y="3932188"/>
            <a:ext cx="235386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nb-NO" sz="1800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MI, LØFT, SE</a:t>
            </a:r>
            <a:endParaRPr lang="nb-NO" sz="1800" noProof="0"/>
          </a:p>
        </p:txBody>
      </p:sp>
      <p:sp>
        <p:nvSpPr>
          <p:cNvPr id="13" name="Shape 11"/>
          <p:cNvSpPr/>
          <p:nvPr/>
        </p:nvSpPr>
        <p:spPr>
          <a:xfrm>
            <a:off x="5848350" y="3429298"/>
            <a:ext cx="4552950" cy="969615"/>
          </a:xfrm>
          <a:prstGeom prst="rect">
            <a:avLst/>
          </a:prstGeom>
          <a:solidFill>
            <a:srgbClr val="F1ECE3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14" name="Text 12"/>
          <p:cNvSpPr/>
          <p:nvPr/>
        </p:nvSpPr>
        <p:spPr>
          <a:xfrm>
            <a:off x="6076950" y="3619798"/>
            <a:ext cx="259110" cy="626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nb-NO" sz="2400" noProof="0">
                <a:solidFill>
                  <a:srgbClr val="4A2F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nb-NO" sz="2400" noProof="0"/>
          </a:p>
        </p:txBody>
      </p:sp>
      <p:sp>
        <p:nvSpPr>
          <p:cNvPr id="15" name="Text 13"/>
          <p:cNvSpPr/>
          <p:nvPr/>
        </p:nvSpPr>
        <p:spPr>
          <a:xfrm>
            <a:off x="6431310" y="3619798"/>
            <a:ext cx="2465338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nb-NO" sz="1800" noProof="0" err="1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Relasjonskompetanse</a:t>
            </a:r>
            <a:endParaRPr lang="nb-NO" sz="1800" noProof="0"/>
          </a:p>
        </p:txBody>
      </p:sp>
      <p:sp>
        <p:nvSpPr>
          <p:cNvPr id="16" name="Text 14"/>
          <p:cNvSpPr/>
          <p:nvPr/>
        </p:nvSpPr>
        <p:spPr>
          <a:xfrm>
            <a:off x="6431310" y="3932188"/>
            <a:ext cx="246533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nb-NO" sz="1800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Tillitsfulle relasjoner</a:t>
            </a:r>
            <a:endParaRPr lang="nb-NO" sz="1800" noProof="0"/>
          </a:p>
        </p:txBody>
      </p:sp>
      <p:sp>
        <p:nvSpPr>
          <p:cNvPr id="17" name="Shape 15"/>
          <p:cNvSpPr/>
          <p:nvPr/>
        </p:nvSpPr>
        <p:spPr>
          <a:xfrm>
            <a:off x="1143000" y="4551313"/>
            <a:ext cx="4552950" cy="1245840"/>
          </a:xfrm>
          <a:prstGeom prst="rect">
            <a:avLst/>
          </a:prstGeom>
          <a:solidFill>
            <a:srgbClr val="F1ECE3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18" name="Text 16"/>
          <p:cNvSpPr/>
          <p:nvPr/>
        </p:nvSpPr>
        <p:spPr>
          <a:xfrm>
            <a:off x="1371600" y="4741813"/>
            <a:ext cx="259110" cy="902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nb-NO" sz="2400" noProof="0">
                <a:solidFill>
                  <a:srgbClr val="4A2F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nb-NO" sz="2400" noProof="0"/>
          </a:p>
        </p:txBody>
      </p:sp>
      <p:sp>
        <p:nvSpPr>
          <p:cNvPr id="19" name="Text 17"/>
          <p:cNvSpPr/>
          <p:nvPr/>
        </p:nvSpPr>
        <p:spPr>
          <a:xfrm>
            <a:off x="1725960" y="4741813"/>
            <a:ext cx="2946138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nb-NO" sz="1800" noProof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Arbeidsmarkedskunnskap</a:t>
            </a:r>
            <a:endParaRPr lang="nb-NO" sz="1800" noProof="0"/>
          </a:p>
        </p:txBody>
      </p:sp>
      <p:sp>
        <p:nvSpPr>
          <p:cNvPr id="20" name="Text 18"/>
          <p:cNvSpPr/>
          <p:nvPr/>
        </p:nvSpPr>
        <p:spPr>
          <a:xfrm>
            <a:off x="1725960" y="5054203"/>
            <a:ext cx="294613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nb-NO" sz="1800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Lokalt og regionalt</a:t>
            </a:r>
            <a:endParaRPr lang="nb-NO" sz="1800" noProof="0"/>
          </a:p>
        </p:txBody>
      </p:sp>
      <p:sp>
        <p:nvSpPr>
          <p:cNvPr id="21" name="Shape 19"/>
          <p:cNvSpPr/>
          <p:nvPr/>
        </p:nvSpPr>
        <p:spPr>
          <a:xfrm>
            <a:off x="5848350" y="4551313"/>
            <a:ext cx="4552950" cy="1245840"/>
          </a:xfrm>
          <a:prstGeom prst="rect">
            <a:avLst/>
          </a:prstGeom>
          <a:solidFill>
            <a:srgbClr val="F1ECE3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22" name="Text 20"/>
          <p:cNvSpPr/>
          <p:nvPr/>
        </p:nvSpPr>
        <p:spPr>
          <a:xfrm>
            <a:off x="6076950" y="4741813"/>
            <a:ext cx="259110" cy="902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nb-NO" sz="2400" noProof="0">
                <a:solidFill>
                  <a:srgbClr val="4A2F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nb-NO" sz="2400" noProof="0"/>
          </a:p>
        </p:txBody>
      </p:sp>
      <p:sp>
        <p:nvSpPr>
          <p:cNvPr id="23" name="Text 21"/>
          <p:cNvSpPr/>
          <p:nvPr/>
        </p:nvSpPr>
        <p:spPr>
          <a:xfrm>
            <a:off x="6431310" y="4741813"/>
            <a:ext cx="3853632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nb-NO" sz="1800" noProof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Arbeidsinkludering</a:t>
            </a:r>
            <a:endParaRPr lang="nb-NO" sz="1800" noProof="0"/>
          </a:p>
        </p:txBody>
      </p:sp>
      <p:sp>
        <p:nvSpPr>
          <p:cNvPr id="24" name="Text 22"/>
          <p:cNvSpPr/>
          <p:nvPr/>
        </p:nvSpPr>
        <p:spPr>
          <a:xfrm>
            <a:off x="6431310" y="5054203"/>
            <a:ext cx="3853632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nb-NO" sz="1800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Nedsatt arbeidsevne, arbeidsgivere</a:t>
            </a:r>
            <a:endParaRPr lang="nb-NO" sz="1800" noProof="0"/>
          </a:p>
        </p:txBody>
      </p:sp>
      <p:sp>
        <p:nvSpPr>
          <p:cNvPr id="25" name="Shape 23"/>
          <p:cNvSpPr/>
          <p:nvPr/>
        </p:nvSpPr>
        <p:spPr>
          <a:xfrm>
            <a:off x="1143000" y="5949553"/>
            <a:ext cx="4552950" cy="969615"/>
          </a:xfrm>
          <a:prstGeom prst="rect">
            <a:avLst/>
          </a:prstGeom>
          <a:solidFill>
            <a:srgbClr val="F1ECE3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26" name="Text 24"/>
          <p:cNvSpPr/>
          <p:nvPr/>
        </p:nvSpPr>
        <p:spPr>
          <a:xfrm>
            <a:off x="1371600" y="6140053"/>
            <a:ext cx="259110" cy="626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nb-NO" sz="2400" noProof="0">
                <a:solidFill>
                  <a:srgbClr val="4A2F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nb-NO" sz="2400" noProof="0"/>
          </a:p>
        </p:txBody>
      </p:sp>
      <p:sp>
        <p:nvSpPr>
          <p:cNvPr id="27" name="Text 25"/>
          <p:cNvSpPr/>
          <p:nvPr/>
        </p:nvSpPr>
        <p:spPr>
          <a:xfrm>
            <a:off x="1725960" y="6140053"/>
            <a:ext cx="3194166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nb-NO" sz="1800" noProof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Yrkes- og karriereveiledning</a:t>
            </a:r>
            <a:endParaRPr lang="nb-NO" sz="1800" noProof="0"/>
          </a:p>
        </p:txBody>
      </p:sp>
      <p:sp>
        <p:nvSpPr>
          <p:cNvPr id="28" name="Text 26"/>
          <p:cNvSpPr/>
          <p:nvPr/>
        </p:nvSpPr>
        <p:spPr>
          <a:xfrm>
            <a:off x="1725960" y="6452443"/>
            <a:ext cx="319416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nb-NO" sz="1800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Metoder, digitale verktøy</a:t>
            </a:r>
            <a:endParaRPr lang="nb-NO" sz="1800" noProof="0"/>
          </a:p>
        </p:txBody>
      </p:sp>
      <p:sp>
        <p:nvSpPr>
          <p:cNvPr id="29" name="Shape 27"/>
          <p:cNvSpPr/>
          <p:nvPr/>
        </p:nvSpPr>
        <p:spPr>
          <a:xfrm>
            <a:off x="5848350" y="5949553"/>
            <a:ext cx="4552950" cy="969615"/>
          </a:xfrm>
          <a:prstGeom prst="rect">
            <a:avLst/>
          </a:prstGeom>
          <a:solidFill>
            <a:srgbClr val="F1ECE3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30" name="Text 28"/>
          <p:cNvSpPr/>
          <p:nvPr/>
        </p:nvSpPr>
        <p:spPr>
          <a:xfrm>
            <a:off x="6076950" y="6140053"/>
            <a:ext cx="259110" cy="626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nb-NO" sz="2400" noProof="0">
                <a:solidFill>
                  <a:srgbClr val="4A2F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</a:t>
            </a:r>
            <a:endParaRPr lang="nb-NO" sz="2400" noProof="0"/>
          </a:p>
        </p:txBody>
      </p:sp>
      <p:sp>
        <p:nvSpPr>
          <p:cNvPr id="31" name="Text 29"/>
          <p:cNvSpPr/>
          <p:nvPr/>
        </p:nvSpPr>
        <p:spPr>
          <a:xfrm>
            <a:off x="6431310" y="6140053"/>
            <a:ext cx="2760653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nb-NO" sz="1800" noProof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Tilrettelegging</a:t>
            </a:r>
            <a:endParaRPr lang="nb-NO" sz="1800" noProof="0"/>
          </a:p>
        </p:txBody>
      </p:sp>
      <p:sp>
        <p:nvSpPr>
          <p:cNvPr id="32" name="Text 30"/>
          <p:cNvSpPr/>
          <p:nvPr/>
        </p:nvSpPr>
        <p:spPr>
          <a:xfrm>
            <a:off x="6431310" y="6452443"/>
            <a:ext cx="276065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nb-NO" sz="1800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Fysisk, psykisk, kognitivt</a:t>
            </a:r>
            <a:endParaRPr lang="nb-NO" sz="1800" noProof="0"/>
          </a:p>
        </p:txBody>
      </p:sp>
      <p:sp>
        <p:nvSpPr>
          <p:cNvPr id="33" name="Text 31"/>
          <p:cNvSpPr/>
          <p:nvPr/>
        </p:nvSpPr>
        <p:spPr>
          <a:xfrm>
            <a:off x="10972800" y="2943523"/>
            <a:ext cx="635736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1800" b="1" kern="0" spc="288" noProof="0">
                <a:solidFill>
                  <a:srgbClr val="6E6A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SAMLET I TEAMET</a:t>
            </a:r>
            <a:endParaRPr lang="nb-NO" sz="1800" noProof="0"/>
          </a:p>
        </p:txBody>
      </p:sp>
      <p:sp>
        <p:nvSpPr>
          <p:cNvPr id="34" name="Shape 32"/>
          <p:cNvSpPr/>
          <p:nvPr/>
        </p:nvSpPr>
        <p:spPr>
          <a:xfrm>
            <a:off x="10972800" y="3429298"/>
            <a:ext cx="28575" cy="817215"/>
          </a:xfrm>
          <a:prstGeom prst="rect">
            <a:avLst/>
          </a:prstGeom>
          <a:solidFill>
            <a:srgbClr val="6E6A64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35" name="Text 33"/>
          <p:cNvSpPr/>
          <p:nvPr/>
        </p:nvSpPr>
        <p:spPr>
          <a:xfrm>
            <a:off x="11210925" y="3543598"/>
            <a:ext cx="259110" cy="626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nb-NO" sz="2400" noProof="0">
                <a:solidFill>
                  <a:srgbClr val="6E6A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</a:t>
            </a:r>
            <a:endParaRPr lang="nb-NO" sz="2400" noProof="0"/>
          </a:p>
        </p:txBody>
      </p:sp>
      <p:sp>
        <p:nvSpPr>
          <p:cNvPr id="36" name="Text 34"/>
          <p:cNvSpPr/>
          <p:nvPr/>
        </p:nvSpPr>
        <p:spPr>
          <a:xfrm>
            <a:off x="11565285" y="3543598"/>
            <a:ext cx="3356196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nb-NO" sz="1800" noProof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Utdanning og opplæring</a:t>
            </a:r>
            <a:endParaRPr lang="nb-NO" sz="1800" noProof="0"/>
          </a:p>
        </p:txBody>
      </p:sp>
      <p:sp>
        <p:nvSpPr>
          <p:cNvPr id="37" name="Text 35"/>
          <p:cNvSpPr/>
          <p:nvPr/>
        </p:nvSpPr>
        <p:spPr>
          <a:xfrm>
            <a:off x="11565285" y="3855988"/>
            <a:ext cx="335619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nb-NO" sz="1800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Læreplaner, opplæringskontor</a:t>
            </a:r>
            <a:endParaRPr lang="nb-NO" sz="1800" noProof="0"/>
          </a:p>
        </p:txBody>
      </p:sp>
      <p:sp>
        <p:nvSpPr>
          <p:cNvPr id="38" name="Shape 36"/>
          <p:cNvSpPr/>
          <p:nvPr/>
        </p:nvSpPr>
        <p:spPr>
          <a:xfrm>
            <a:off x="10972800" y="4398913"/>
            <a:ext cx="28575" cy="817215"/>
          </a:xfrm>
          <a:prstGeom prst="rect">
            <a:avLst/>
          </a:prstGeom>
          <a:solidFill>
            <a:srgbClr val="6E6A64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39" name="Text 37"/>
          <p:cNvSpPr/>
          <p:nvPr/>
        </p:nvSpPr>
        <p:spPr>
          <a:xfrm>
            <a:off x="11210925" y="4513213"/>
            <a:ext cx="259110" cy="626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nb-NO" sz="2400" noProof="0">
                <a:solidFill>
                  <a:srgbClr val="6E6A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</a:t>
            </a:r>
            <a:endParaRPr lang="nb-NO" sz="2400" noProof="0"/>
          </a:p>
        </p:txBody>
      </p:sp>
      <p:sp>
        <p:nvSpPr>
          <p:cNvPr id="40" name="Text 38"/>
          <p:cNvSpPr/>
          <p:nvPr/>
        </p:nvSpPr>
        <p:spPr>
          <a:xfrm>
            <a:off x="11565285" y="4513213"/>
            <a:ext cx="3053903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nb-NO" sz="1800" noProof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Grunnleggende ferdigheter</a:t>
            </a:r>
            <a:endParaRPr lang="nb-NO" sz="1800" noProof="0"/>
          </a:p>
        </p:txBody>
      </p:sp>
      <p:sp>
        <p:nvSpPr>
          <p:cNvPr id="41" name="Text 39"/>
          <p:cNvSpPr/>
          <p:nvPr/>
        </p:nvSpPr>
        <p:spPr>
          <a:xfrm>
            <a:off x="11565285" y="4825603"/>
            <a:ext cx="305390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nb-NO" sz="1800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Lesing, regning, IKT</a:t>
            </a:r>
            <a:endParaRPr lang="nb-NO" sz="1800" noProof="0"/>
          </a:p>
        </p:txBody>
      </p:sp>
      <p:sp>
        <p:nvSpPr>
          <p:cNvPr id="42" name="Shape 40"/>
          <p:cNvSpPr/>
          <p:nvPr/>
        </p:nvSpPr>
        <p:spPr>
          <a:xfrm>
            <a:off x="10972800" y="5368528"/>
            <a:ext cx="28575" cy="817215"/>
          </a:xfrm>
          <a:prstGeom prst="rect">
            <a:avLst/>
          </a:prstGeom>
          <a:solidFill>
            <a:srgbClr val="6E6A64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43" name="Text 41"/>
          <p:cNvSpPr/>
          <p:nvPr/>
        </p:nvSpPr>
        <p:spPr>
          <a:xfrm>
            <a:off x="11210925" y="5482828"/>
            <a:ext cx="259110" cy="626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nb-NO" sz="2400" noProof="0">
                <a:solidFill>
                  <a:srgbClr val="6E6A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</a:t>
            </a:r>
            <a:endParaRPr lang="nb-NO" sz="2400" noProof="0"/>
          </a:p>
        </p:txBody>
      </p:sp>
      <p:sp>
        <p:nvSpPr>
          <p:cNvPr id="44" name="Text 42"/>
          <p:cNvSpPr/>
          <p:nvPr/>
        </p:nvSpPr>
        <p:spPr>
          <a:xfrm>
            <a:off x="11565285" y="5482828"/>
            <a:ext cx="3047771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nb-NO" sz="1800" noProof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Samarbeid og koordinering</a:t>
            </a:r>
            <a:endParaRPr lang="nb-NO" sz="1800" noProof="0"/>
          </a:p>
        </p:txBody>
      </p:sp>
      <p:sp>
        <p:nvSpPr>
          <p:cNvPr id="45" name="Text 43"/>
          <p:cNvSpPr/>
          <p:nvPr/>
        </p:nvSpPr>
        <p:spPr>
          <a:xfrm>
            <a:off x="11565285" y="5795218"/>
            <a:ext cx="304777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nb-NO" sz="1800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Helse, NAV, frivillig sektor</a:t>
            </a:r>
            <a:endParaRPr lang="nb-NO" sz="1800" noProof="0"/>
          </a:p>
        </p:txBody>
      </p:sp>
      <p:sp>
        <p:nvSpPr>
          <p:cNvPr id="46" name="Shape 44"/>
          <p:cNvSpPr/>
          <p:nvPr/>
        </p:nvSpPr>
        <p:spPr>
          <a:xfrm>
            <a:off x="10972800" y="6338143"/>
            <a:ext cx="28575" cy="817215"/>
          </a:xfrm>
          <a:prstGeom prst="rect">
            <a:avLst/>
          </a:prstGeom>
          <a:solidFill>
            <a:srgbClr val="6E6A64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47" name="Text 45"/>
          <p:cNvSpPr/>
          <p:nvPr/>
        </p:nvSpPr>
        <p:spPr>
          <a:xfrm>
            <a:off x="11210925" y="6452443"/>
            <a:ext cx="442020" cy="6267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nb-NO" sz="2400" noProof="0">
                <a:solidFill>
                  <a:srgbClr val="6E6A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endParaRPr lang="nb-NO" sz="2400" noProof="0"/>
          </a:p>
        </p:txBody>
      </p:sp>
      <p:sp>
        <p:nvSpPr>
          <p:cNvPr id="48" name="Text 46"/>
          <p:cNvSpPr/>
          <p:nvPr/>
        </p:nvSpPr>
        <p:spPr>
          <a:xfrm>
            <a:off x="11748195" y="6452443"/>
            <a:ext cx="2490192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nb-NO" sz="1800" noProof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Nettverkskompetanse</a:t>
            </a:r>
            <a:endParaRPr lang="nb-NO" sz="1800" noProof="0"/>
          </a:p>
        </p:txBody>
      </p:sp>
      <p:sp>
        <p:nvSpPr>
          <p:cNvPr id="49" name="Text 47"/>
          <p:cNvSpPr/>
          <p:nvPr/>
        </p:nvSpPr>
        <p:spPr>
          <a:xfrm>
            <a:off x="11748195" y="6764834"/>
            <a:ext cx="249019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nb-NO" sz="1800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 arbeidslivet</a:t>
            </a:r>
            <a:endParaRPr lang="nb-NO" sz="1800" noProof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1143000" y="671513"/>
            <a:ext cx="266700" cy="19050"/>
          </a:xfrm>
          <a:prstGeom prst="rect">
            <a:avLst/>
          </a:prstGeom>
          <a:solidFill>
            <a:srgbClr val="4A2F4F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4" name="Text 2"/>
          <p:cNvSpPr/>
          <p:nvPr/>
        </p:nvSpPr>
        <p:spPr>
          <a:xfrm>
            <a:off x="1581150" y="542925"/>
            <a:ext cx="367627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nb-NO" sz="1800" kern="0" spc="288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KRAV TIL ORGANISERING</a:t>
            </a:r>
            <a:endParaRPr lang="nb-NO" sz="1800" noProof="0"/>
          </a:p>
        </p:txBody>
      </p:sp>
      <p:sp>
        <p:nvSpPr>
          <p:cNvPr id="5" name="Text 3"/>
          <p:cNvSpPr/>
          <p:nvPr/>
        </p:nvSpPr>
        <p:spPr>
          <a:xfrm>
            <a:off x="14712553" y="533400"/>
            <a:ext cx="250864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1800" kern="0" spc="288" noProof="0">
                <a:solidFill>
                  <a:srgbClr val="5A554F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SPS · AFT 2026</a:t>
            </a:r>
            <a:endParaRPr lang="nb-NO" sz="1800" noProof="0"/>
          </a:p>
        </p:txBody>
      </p:sp>
      <p:sp>
        <p:nvSpPr>
          <p:cNvPr id="6" name="Text 4"/>
          <p:cNvSpPr/>
          <p:nvPr/>
        </p:nvSpPr>
        <p:spPr>
          <a:xfrm>
            <a:off x="1143000" y="1428750"/>
            <a:ext cx="16482060" cy="79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nb-NO" sz="5700" kern="0" spc="-114" noProof="0">
                <a:solidFill>
                  <a:srgbClr val="231F2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Tydeligere fagansvar — sterkere fagmiljø</a:t>
            </a:r>
            <a:endParaRPr lang="nb-NO" sz="5700" noProof="0"/>
          </a:p>
        </p:txBody>
      </p:sp>
      <p:sp>
        <p:nvSpPr>
          <p:cNvPr id="7" name="Shape 5"/>
          <p:cNvSpPr/>
          <p:nvPr/>
        </p:nvSpPr>
        <p:spPr>
          <a:xfrm>
            <a:off x="1143000" y="2714923"/>
            <a:ext cx="5130701" cy="6619577"/>
          </a:xfrm>
          <a:prstGeom prst="rect">
            <a:avLst/>
          </a:prstGeom>
          <a:solidFill>
            <a:srgbClr val="F1ECE3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8" name="Shape 6"/>
          <p:cNvSpPr/>
          <p:nvPr/>
        </p:nvSpPr>
        <p:spPr>
          <a:xfrm>
            <a:off x="1143000" y="2714923"/>
            <a:ext cx="5130701" cy="28575"/>
          </a:xfrm>
          <a:prstGeom prst="rect">
            <a:avLst/>
          </a:prstGeom>
          <a:solidFill>
            <a:srgbClr val="4A2F4F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9" name="Text 7"/>
          <p:cNvSpPr/>
          <p:nvPr/>
        </p:nvSpPr>
        <p:spPr>
          <a:xfrm>
            <a:off x="1524000" y="3124498"/>
            <a:ext cx="449976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1800" b="1" kern="0" spc="288" noProof="0">
                <a:solidFill>
                  <a:srgbClr val="4A2F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VEILEDERTETTHET</a:t>
            </a:r>
            <a:endParaRPr lang="nb-NO" sz="1800" noProof="0"/>
          </a:p>
        </p:txBody>
      </p:sp>
      <p:sp>
        <p:nvSpPr>
          <p:cNvPr id="10" name="Text 8"/>
          <p:cNvSpPr/>
          <p:nvPr/>
        </p:nvSpPr>
        <p:spPr>
          <a:xfrm>
            <a:off x="1524000" y="3648373"/>
            <a:ext cx="4499762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nb-NO" sz="4500" kern="0" spc="-90" noProof="0" dirty="0">
                <a:solidFill>
                  <a:srgbClr val="231F20"/>
                </a:solidFill>
                <a:latin typeface="Fraunces 72pt" pitchFamily="2" charset="0"/>
                <a:ea typeface="Fraunces" pitchFamily="34" charset="-122"/>
                <a:cs typeface="Fraunces" pitchFamily="34" charset="-120"/>
              </a:rPr>
              <a:t>1 : 6</a:t>
            </a:r>
            <a:endParaRPr lang="nb-NO" sz="4500" noProof="0" dirty="0">
              <a:latin typeface="Fraunces 72pt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524000" y="4477048"/>
            <a:ext cx="4499762" cy="3904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nb-NO" sz="1800" noProof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Én jobbkonsulent i 100 % stilling per seks tiltaksplasser.</a:t>
            </a:r>
            <a:endParaRPr lang="nb-NO" sz="1800" noProof="0"/>
          </a:p>
        </p:txBody>
      </p:sp>
      <p:sp>
        <p:nvSpPr>
          <p:cNvPr id="12" name="Shape 10"/>
          <p:cNvSpPr/>
          <p:nvPr/>
        </p:nvSpPr>
        <p:spPr>
          <a:xfrm>
            <a:off x="1524000" y="8515350"/>
            <a:ext cx="4368701" cy="9525"/>
          </a:xfrm>
          <a:prstGeom prst="rect">
            <a:avLst/>
          </a:prstGeom>
          <a:solidFill>
            <a:srgbClr val="D8D2C5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13" name="Text 11"/>
          <p:cNvSpPr/>
          <p:nvPr/>
        </p:nvSpPr>
        <p:spPr>
          <a:xfrm>
            <a:off x="1524000" y="8677275"/>
            <a:ext cx="449976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nb-NO" sz="1800" i="1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 før — nå tydeligere formulert.</a:t>
            </a:r>
            <a:endParaRPr lang="nb-NO" sz="1800" noProof="0"/>
          </a:p>
        </p:txBody>
      </p:sp>
      <p:sp>
        <p:nvSpPr>
          <p:cNvPr id="14" name="Shape 12"/>
          <p:cNvSpPr/>
          <p:nvPr/>
        </p:nvSpPr>
        <p:spPr>
          <a:xfrm>
            <a:off x="6578501" y="2714923"/>
            <a:ext cx="5130850" cy="6619577"/>
          </a:xfrm>
          <a:prstGeom prst="rect">
            <a:avLst/>
          </a:prstGeom>
          <a:solidFill>
            <a:srgbClr val="F1ECE3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15" name="Shape 13"/>
          <p:cNvSpPr/>
          <p:nvPr/>
        </p:nvSpPr>
        <p:spPr>
          <a:xfrm>
            <a:off x="6578501" y="2714923"/>
            <a:ext cx="5130850" cy="28575"/>
          </a:xfrm>
          <a:prstGeom prst="rect">
            <a:avLst/>
          </a:prstGeom>
          <a:solidFill>
            <a:srgbClr val="3D5A7A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16" name="Text 14"/>
          <p:cNvSpPr/>
          <p:nvPr/>
        </p:nvSpPr>
        <p:spPr>
          <a:xfrm>
            <a:off x="6959501" y="3124498"/>
            <a:ext cx="449991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1800" b="1" kern="0" spc="288" noProof="0">
                <a:solidFill>
                  <a:srgbClr val="3D5A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FAGANSVAR</a:t>
            </a:r>
            <a:endParaRPr lang="nb-NO" sz="1800" noProof="0"/>
          </a:p>
        </p:txBody>
      </p:sp>
      <p:sp>
        <p:nvSpPr>
          <p:cNvPr id="17" name="Text 15"/>
          <p:cNvSpPr/>
          <p:nvPr/>
        </p:nvSpPr>
        <p:spPr>
          <a:xfrm>
            <a:off x="6959501" y="3648373"/>
            <a:ext cx="449991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nb-NO" sz="4500" kern="0" spc="-90" noProof="0">
                <a:solidFill>
                  <a:srgbClr val="231F20"/>
                </a:solidFill>
                <a:latin typeface="Fraunces 72pt" pitchFamily="2" charset="0"/>
                <a:ea typeface="Fraunces" pitchFamily="34" charset="-122"/>
                <a:cs typeface="Fraunces" pitchFamily="34" charset="-120"/>
              </a:rPr>
              <a:t>Tydelig plassert</a:t>
            </a:r>
            <a:endParaRPr lang="nb-NO" sz="4500" noProof="0">
              <a:latin typeface="Fraunces 72pt" pitchFamily="2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959501" y="4477048"/>
            <a:ext cx="4499915" cy="3904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nb-NO" sz="1800" noProof="0">
                <a:solidFill>
                  <a:srgbClr val="231F20"/>
                </a:solidFill>
                <a:latin typeface="Inter"/>
                <a:ea typeface="Inter"/>
                <a:cs typeface="Inter" pitchFamily="34" charset="-120"/>
              </a:rPr>
              <a:t>Metode, innhold, etterlevelse av </a:t>
            </a:r>
            <a:r>
              <a:rPr lang="nb-NO">
                <a:solidFill>
                  <a:srgbClr val="231F20"/>
                </a:solidFill>
                <a:latin typeface="Inter"/>
                <a:ea typeface="Inter"/>
                <a:cs typeface="Inter" pitchFamily="34" charset="-120"/>
              </a:rPr>
              <a:t>kravspesifikasjon</a:t>
            </a:r>
            <a:r>
              <a:rPr lang="nb-NO" sz="1800" noProof="0">
                <a:solidFill>
                  <a:srgbClr val="231F20"/>
                </a:solidFill>
                <a:latin typeface="Inter"/>
                <a:ea typeface="Inter"/>
                <a:cs typeface="Inter" pitchFamily="34" charset="-120"/>
              </a:rPr>
              <a:t> og faglig refleksjon.</a:t>
            </a:r>
            <a:endParaRPr lang="nb-NO" sz="1800" noProof="0">
              <a:latin typeface="Inter"/>
              <a:ea typeface="Inter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959501" y="8515350"/>
            <a:ext cx="4368850" cy="9525"/>
          </a:xfrm>
          <a:prstGeom prst="rect">
            <a:avLst/>
          </a:prstGeom>
          <a:solidFill>
            <a:srgbClr val="D8D2C5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20" name="Text 18"/>
          <p:cNvSpPr/>
          <p:nvPr/>
        </p:nvSpPr>
        <p:spPr>
          <a:xfrm>
            <a:off x="6959501" y="8677275"/>
            <a:ext cx="449991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nb-NO" sz="1800" i="1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Hvordan organiseres er opp til arrangør.</a:t>
            </a:r>
            <a:endParaRPr lang="nb-NO" sz="1800" noProof="0"/>
          </a:p>
        </p:txBody>
      </p:sp>
      <p:sp>
        <p:nvSpPr>
          <p:cNvPr id="21" name="Shape 19"/>
          <p:cNvSpPr/>
          <p:nvPr/>
        </p:nvSpPr>
        <p:spPr>
          <a:xfrm>
            <a:off x="12014150" y="2714923"/>
            <a:ext cx="5130850" cy="6619577"/>
          </a:xfrm>
          <a:prstGeom prst="rect">
            <a:avLst/>
          </a:prstGeom>
          <a:solidFill>
            <a:srgbClr val="F1ECE3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22" name="Shape 20"/>
          <p:cNvSpPr/>
          <p:nvPr/>
        </p:nvSpPr>
        <p:spPr>
          <a:xfrm>
            <a:off x="12014150" y="2714923"/>
            <a:ext cx="5130850" cy="28575"/>
          </a:xfrm>
          <a:prstGeom prst="rect">
            <a:avLst/>
          </a:prstGeom>
          <a:solidFill>
            <a:srgbClr val="5A7548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23" name="Text 21"/>
          <p:cNvSpPr/>
          <p:nvPr/>
        </p:nvSpPr>
        <p:spPr>
          <a:xfrm>
            <a:off x="12395150" y="3124498"/>
            <a:ext cx="449991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1800" b="1" kern="0" spc="288" noProof="0">
                <a:solidFill>
                  <a:srgbClr val="5A75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BRUKERSTEMME</a:t>
            </a:r>
            <a:endParaRPr lang="nb-NO" sz="1800" noProof="0"/>
          </a:p>
        </p:txBody>
      </p:sp>
      <p:sp>
        <p:nvSpPr>
          <p:cNvPr id="24" name="Text 22"/>
          <p:cNvSpPr/>
          <p:nvPr/>
        </p:nvSpPr>
        <p:spPr>
          <a:xfrm>
            <a:off x="12395150" y="3648373"/>
            <a:ext cx="449991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nb-NO" sz="4500" kern="0" spc="-90" noProof="0">
                <a:solidFill>
                  <a:srgbClr val="231F20"/>
                </a:solidFill>
                <a:latin typeface="Fraunces 72pt" pitchFamily="2" charset="0"/>
                <a:ea typeface="Fraunces" pitchFamily="34" charset="-122"/>
                <a:cs typeface="Fraunces" pitchFamily="34" charset="-120"/>
              </a:rPr>
              <a:t>Systematisk</a:t>
            </a:r>
            <a:endParaRPr lang="nb-NO" sz="4500" noProof="0">
              <a:latin typeface="Fraunces 72pt" pitchFamily="2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2395150" y="4477048"/>
            <a:ext cx="4499915" cy="3904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nb-NO" sz="1800" noProof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Rutiner for å innhente og bruke deltakertilbakemeldinger aktivt.</a:t>
            </a:r>
            <a:endParaRPr lang="nb-NO" sz="1800" noProof="0"/>
          </a:p>
        </p:txBody>
      </p:sp>
      <p:sp>
        <p:nvSpPr>
          <p:cNvPr id="26" name="Shape 24"/>
          <p:cNvSpPr/>
          <p:nvPr/>
        </p:nvSpPr>
        <p:spPr>
          <a:xfrm>
            <a:off x="12395150" y="8515350"/>
            <a:ext cx="4368850" cy="9525"/>
          </a:xfrm>
          <a:prstGeom prst="rect">
            <a:avLst/>
          </a:prstGeom>
          <a:solidFill>
            <a:srgbClr val="D8D2C5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27" name="Text 25"/>
          <p:cNvSpPr/>
          <p:nvPr/>
        </p:nvSpPr>
        <p:spPr>
          <a:xfrm>
            <a:off x="12395150" y="8677275"/>
            <a:ext cx="449991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nb-NO" sz="1800" i="1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Skal påvirke kvalitetsarbeidet.</a:t>
            </a:r>
            <a:endParaRPr lang="nb-NO" sz="1800" noProof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1143000" y="671513"/>
            <a:ext cx="266700" cy="19050"/>
          </a:xfrm>
          <a:prstGeom prst="rect">
            <a:avLst/>
          </a:prstGeom>
          <a:solidFill>
            <a:srgbClr val="E86E24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4" name="Text 2"/>
          <p:cNvSpPr/>
          <p:nvPr/>
        </p:nvSpPr>
        <p:spPr>
          <a:xfrm>
            <a:off x="1581150" y="542925"/>
            <a:ext cx="273152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nb-NO" sz="1800" kern="0" spc="288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TILTAKSFORLØPET</a:t>
            </a:r>
            <a:endParaRPr lang="nb-NO" sz="1800" noProof="0"/>
          </a:p>
        </p:txBody>
      </p:sp>
      <p:sp>
        <p:nvSpPr>
          <p:cNvPr id="5" name="Text 3"/>
          <p:cNvSpPr/>
          <p:nvPr/>
        </p:nvSpPr>
        <p:spPr>
          <a:xfrm>
            <a:off x="14712553" y="533400"/>
            <a:ext cx="250864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1800" kern="0" spc="288" noProof="0">
                <a:solidFill>
                  <a:srgbClr val="5A554F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SPS · AFT 2026</a:t>
            </a:r>
            <a:endParaRPr lang="nb-NO" sz="1800" noProof="0"/>
          </a:p>
        </p:txBody>
      </p:sp>
      <p:sp>
        <p:nvSpPr>
          <p:cNvPr id="6" name="Text 4"/>
          <p:cNvSpPr/>
          <p:nvPr/>
        </p:nvSpPr>
        <p:spPr>
          <a:xfrm>
            <a:off x="1143000" y="1428750"/>
            <a:ext cx="164820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nb-NO" sz="1800" b="1" kern="0" spc="324" noProof="0">
                <a:solidFill>
                  <a:srgbClr val="E86E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INTERAKTIV PROTOTYPE</a:t>
            </a:r>
            <a:endParaRPr lang="nb-NO" sz="1800" noProof="0"/>
          </a:p>
        </p:txBody>
      </p:sp>
      <p:sp>
        <p:nvSpPr>
          <p:cNvPr id="7" name="Text 5"/>
          <p:cNvSpPr/>
          <p:nvPr/>
        </p:nvSpPr>
        <p:spPr>
          <a:xfrm>
            <a:off x="1143000" y="1933575"/>
            <a:ext cx="16482060" cy="79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nb-NO" sz="5700" kern="0" spc="-114" noProof="0" dirty="0">
                <a:solidFill>
                  <a:srgbClr val="231F20"/>
                </a:solidFill>
                <a:latin typeface="Fraunces 72pt" pitchFamily="2" charset="0"/>
                <a:ea typeface="Fraunces" pitchFamily="34" charset="-122"/>
                <a:cs typeface="Fraunces" pitchFamily="34" charset="-120"/>
              </a:rPr>
              <a:t>Slik ser tiltaksforløpet ut hos oss</a:t>
            </a:r>
            <a:endParaRPr lang="nb-NO" sz="5700" noProof="0" dirty="0">
              <a:latin typeface="Fraunces 72pt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43000" y="2838748"/>
            <a:ext cx="1471612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nb-NO" sz="2250" noProof="0" err="1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EUSEs</a:t>
            </a:r>
            <a:r>
              <a:rPr lang="nb-NO" sz="2250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femtrinnsmodell, koblet til kravspekens 4a–4f. Trinnene er ikke sekvensielle — flere pågår parallelt. Vi har laget et felles rammeverk vi kan navigere i sammen.</a:t>
            </a:r>
            <a:endParaRPr lang="nb-NO" sz="2250" noProof="0"/>
          </a:p>
        </p:txBody>
      </p:sp>
      <p:sp>
        <p:nvSpPr>
          <p:cNvPr id="9" name="Shape 7"/>
          <p:cNvSpPr/>
          <p:nvPr/>
        </p:nvSpPr>
        <p:spPr>
          <a:xfrm>
            <a:off x="1143000" y="3867448"/>
            <a:ext cx="8520410" cy="5819775"/>
          </a:xfrm>
          <a:prstGeom prst="rect">
            <a:avLst/>
          </a:prstGeom>
          <a:solidFill>
            <a:srgbClr val="231F20"/>
          </a:solidFill>
          <a:ln/>
        </p:spPr>
        <p:txBody>
          <a:bodyPr/>
          <a:lstStyle/>
          <a:p>
            <a:endParaRPr lang="nb-NO" noProof="0">
              <a:latin typeface="Fraunces 72pt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676400" y="4400848"/>
            <a:ext cx="767721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1650" kern="0" spc="297" noProof="0">
                <a:solidFill>
                  <a:srgbClr val="FAFAFA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 FASER · 4 SPOR · 30+ HENDELSER</a:t>
            </a:r>
            <a:endParaRPr lang="nb-NO" sz="1650" noProof="0"/>
          </a:p>
        </p:txBody>
      </p:sp>
      <p:sp>
        <p:nvSpPr>
          <p:cNvPr id="11" name="Shape 9"/>
          <p:cNvSpPr/>
          <p:nvPr/>
        </p:nvSpPr>
        <p:spPr>
          <a:xfrm>
            <a:off x="1676400" y="5372398"/>
            <a:ext cx="7453610" cy="9525"/>
          </a:xfrm>
          <a:prstGeom prst="rect">
            <a:avLst/>
          </a:prstGeom>
          <a:solidFill>
            <a:srgbClr val="F4EFE6">
              <a:alpha val="15000"/>
            </a:srgbClr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12" name="Text 10"/>
          <p:cNvSpPr/>
          <p:nvPr/>
        </p:nvSpPr>
        <p:spPr>
          <a:xfrm>
            <a:off x="1676400" y="4905673"/>
            <a:ext cx="6477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2100" noProof="0">
                <a:solidFill>
                  <a:srgbClr val="3D5A7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nb-NO" sz="2100" noProof="0"/>
          </a:p>
        </p:txBody>
      </p:sp>
      <p:sp>
        <p:nvSpPr>
          <p:cNvPr id="13" name="Text 11"/>
          <p:cNvSpPr/>
          <p:nvPr/>
        </p:nvSpPr>
        <p:spPr>
          <a:xfrm>
            <a:off x="2419350" y="4917579"/>
            <a:ext cx="691198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nb-NO" sz="2250" kern="0" spc="-22" noProof="0">
                <a:solidFill>
                  <a:srgbClr val="FAFAFA"/>
                </a:solidFill>
                <a:latin typeface="Fraunces 72pt" pitchFamily="2" charset="0"/>
                <a:ea typeface="Fraunces" pitchFamily="34" charset="-122"/>
                <a:cs typeface="Fraunces" pitchFamily="34" charset="-120"/>
              </a:rPr>
              <a:t>Innledende kontakt</a:t>
            </a:r>
            <a:endParaRPr lang="nb-NO" sz="2250" noProof="0">
              <a:latin typeface="Fraunces 72pt" pitchFamily="2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676400" y="5981998"/>
            <a:ext cx="7453610" cy="9525"/>
          </a:xfrm>
          <a:prstGeom prst="rect">
            <a:avLst/>
          </a:prstGeom>
          <a:solidFill>
            <a:srgbClr val="F4EFE6">
              <a:alpha val="15000"/>
            </a:srgbClr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15" name="Text 13"/>
          <p:cNvSpPr/>
          <p:nvPr/>
        </p:nvSpPr>
        <p:spPr>
          <a:xfrm>
            <a:off x="1676400" y="5515273"/>
            <a:ext cx="6477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2100" noProof="0">
                <a:solidFill>
                  <a:srgbClr val="5A754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nb-NO" sz="2100" noProof="0"/>
          </a:p>
        </p:txBody>
      </p:sp>
      <p:sp>
        <p:nvSpPr>
          <p:cNvPr id="16" name="Text 14"/>
          <p:cNvSpPr/>
          <p:nvPr/>
        </p:nvSpPr>
        <p:spPr>
          <a:xfrm>
            <a:off x="2419350" y="5527179"/>
            <a:ext cx="691198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nb-NO" sz="2250" kern="0" spc="-22" noProof="0">
                <a:solidFill>
                  <a:srgbClr val="FAFAFA"/>
                </a:solidFill>
                <a:latin typeface="Fraunces 72pt" pitchFamily="2" charset="0"/>
                <a:ea typeface="Fraunces" pitchFamily="34" charset="-122"/>
                <a:cs typeface="Fraunces" pitchFamily="34" charset="-120"/>
              </a:rPr>
              <a:t>Yrkeskartlegging</a:t>
            </a:r>
            <a:endParaRPr lang="nb-NO" sz="2250" noProof="0">
              <a:latin typeface="Fraunces 72pt" pitchFamily="2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676400" y="6591598"/>
            <a:ext cx="7453610" cy="9525"/>
          </a:xfrm>
          <a:prstGeom prst="rect">
            <a:avLst/>
          </a:prstGeom>
          <a:solidFill>
            <a:srgbClr val="F4EFE6">
              <a:alpha val="15000"/>
            </a:srgbClr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18" name="Text 16"/>
          <p:cNvSpPr/>
          <p:nvPr/>
        </p:nvSpPr>
        <p:spPr>
          <a:xfrm>
            <a:off x="1676400" y="6124873"/>
            <a:ext cx="6477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2100" noProof="0">
                <a:solidFill>
                  <a:srgbClr val="BDB8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2.5</a:t>
            </a:r>
            <a:endParaRPr lang="nb-NO" sz="2100" noProof="0"/>
          </a:p>
        </p:txBody>
      </p:sp>
      <p:sp>
        <p:nvSpPr>
          <p:cNvPr id="19" name="Text 17"/>
          <p:cNvSpPr/>
          <p:nvPr/>
        </p:nvSpPr>
        <p:spPr>
          <a:xfrm>
            <a:off x="2419350" y="6136779"/>
            <a:ext cx="691198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nb-NO" sz="2250" kern="0" spc="-22" noProof="0">
                <a:solidFill>
                  <a:srgbClr val="FAFAFA"/>
                </a:solidFill>
                <a:latin typeface="Fraunces 72pt" pitchFamily="2" charset="0"/>
                <a:ea typeface="Fraunces" pitchFamily="34" charset="-122"/>
                <a:cs typeface="Fraunces" pitchFamily="34" charset="-120"/>
              </a:rPr>
              <a:t>Intern arena</a:t>
            </a:r>
            <a:endParaRPr lang="nb-NO" sz="2250" noProof="0">
              <a:latin typeface="Fraunces 72pt" pitchFamily="2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676400" y="7201198"/>
            <a:ext cx="7453610" cy="9525"/>
          </a:xfrm>
          <a:prstGeom prst="rect">
            <a:avLst/>
          </a:prstGeom>
          <a:solidFill>
            <a:srgbClr val="F4EFE6">
              <a:alpha val="15000"/>
            </a:srgbClr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21" name="Text 19"/>
          <p:cNvSpPr/>
          <p:nvPr/>
        </p:nvSpPr>
        <p:spPr>
          <a:xfrm>
            <a:off x="1676400" y="6734473"/>
            <a:ext cx="6477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2100" noProof="0">
                <a:solidFill>
                  <a:srgbClr val="9C7A3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nb-NO" sz="2100" noProof="0"/>
          </a:p>
        </p:txBody>
      </p:sp>
      <p:sp>
        <p:nvSpPr>
          <p:cNvPr id="22" name="Text 20"/>
          <p:cNvSpPr/>
          <p:nvPr/>
        </p:nvSpPr>
        <p:spPr>
          <a:xfrm>
            <a:off x="2419350" y="6746379"/>
            <a:ext cx="691198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nb-NO" sz="2250" kern="0" spc="-22" noProof="0">
                <a:solidFill>
                  <a:srgbClr val="FAFAFA"/>
                </a:solidFill>
                <a:latin typeface="Fraunces 72pt" pitchFamily="2" charset="0"/>
                <a:ea typeface="Fraunces" pitchFamily="34" charset="-122"/>
                <a:cs typeface="Fraunces" pitchFamily="34" charset="-120"/>
              </a:rPr>
              <a:t>Finne jobb / utdanning</a:t>
            </a:r>
            <a:endParaRPr lang="nb-NO" sz="2250" noProof="0">
              <a:latin typeface="Fraunces 72pt" pitchFamily="2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676400" y="7810798"/>
            <a:ext cx="7453610" cy="9525"/>
          </a:xfrm>
          <a:prstGeom prst="rect">
            <a:avLst/>
          </a:prstGeom>
          <a:solidFill>
            <a:srgbClr val="F4EFE6">
              <a:alpha val="15000"/>
            </a:srgbClr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24" name="Text 22"/>
          <p:cNvSpPr/>
          <p:nvPr/>
        </p:nvSpPr>
        <p:spPr>
          <a:xfrm>
            <a:off x="1676400" y="7344073"/>
            <a:ext cx="6477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2100" noProof="0">
                <a:solidFill>
                  <a:srgbClr val="4A2F4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nb-NO" sz="2100" noProof="0"/>
          </a:p>
        </p:txBody>
      </p:sp>
      <p:sp>
        <p:nvSpPr>
          <p:cNvPr id="25" name="Text 23"/>
          <p:cNvSpPr/>
          <p:nvPr/>
        </p:nvSpPr>
        <p:spPr>
          <a:xfrm>
            <a:off x="2419350" y="7355979"/>
            <a:ext cx="691198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nb-NO" sz="2250" kern="0" spc="-22" noProof="0">
                <a:solidFill>
                  <a:srgbClr val="FAFAFA"/>
                </a:solidFill>
                <a:latin typeface="Fraunces 72pt" pitchFamily="2" charset="0"/>
                <a:ea typeface="Fraunces" pitchFamily="34" charset="-122"/>
                <a:cs typeface="Fraunces" pitchFamily="34" charset="-120"/>
              </a:rPr>
              <a:t>Samarbeid arbeidsgiver</a:t>
            </a:r>
            <a:endParaRPr lang="nb-NO" sz="2250" noProof="0">
              <a:latin typeface="Fraunces 72pt" pitchFamily="2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676400" y="8420398"/>
            <a:ext cx="7453610" cy="9525"/>
          </a:xfrm>
          <a:prstGeom prst="rect">
            <a:avLst/>
          </a:prstGeom>
          <a:solidFill>
            <a:srgbClr val="F4EFE6">
              <a:alpha val="15000"/>
            </a:srgbClr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27" name="Text 25"/>
          <p:cNvSpPr/>
          <p:nvPr/>
        </p:nvSpPr>
        <p:spPr>
          <a:xfrm>
            <a:off x="1676400" y="7953673"/>
            <a:ext cx="6477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2100" noProof="0">
                <a:solidFill>
                  <a:srgbClr val="E86E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nb-NO" sz="2100" noProof="0"/>
          </a:p>
        </p:txBody>
      </p:sp>
      <p:sp>
        <p:nvSpPr>
          <p:cNvPr id="28" name="Text 26"/>
          <p:cNvSpPr/>
          <p:nvPr/>
        </p:nvSpPr>
        <p:spPr>
          <a:xfrm>
            <a:off x="2419350" y="7965579"/>
            <a:ext cx="691198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nb-NO" sz="2250" kern="0" spc="-22" noProof="0">
                <a:solidFill>
                  <a:srgbClr val="FAFAFA"/>
                </a:solidFill>
                <a:latin typeface="Fraunces 72pt" pitchFamily="2" charset="0"/>
                <a:ea typeface="Fraunces" pitchFamily="34" charset="-122"/>
                <a:cs typeface="Fraunces" pitchFamily="34" charset="-120"/>
              </a:rPr>
              <a:t>Opplæring &amp; oppfølging</a:t>
            </a:r>
            <a:endParaRPr lang="nb-NO" sz="2250" noProof="0">
              <a:latin typeface="Fraunces 72pt" pitchFamily="2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676400" y="8658523"/>
            <a:ext cx="7677218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1500" kern="0" spc="210" noProof="0">
                <a:solidFill>
                  <a:srgbClr val="FAFAFA">
                    <a:alpha val="5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SPOR: KVALIFISERING · KARRIERE · MESTRING · STRUKTUR &amp; RAMMER</a:t>
            </a:r>
            <a:endParaRPr lang="nb-NO" sz="1500" noProof="0"/>
          </a:p>
        </p:txBody>
      </p:sp>
      <p:sp>
        <p:nvSpPr>
          <p:cNvPr id="30" name="Shape 28">
            <a:hlinkClick r:id="rId3"/>
          </p:cNvPr>
          <p:cNvSpPr/>
          <p:nvPr/>
        </p:nvSpPr>
        <p:spPr>
          <a:xfrm>
            <a:off x="10044410" y="3867448"/>
            <a:ext cx="7100590" cy="5819775"/>
          </a:xfrm>
          <a:prstGeom prst="rect">
            <a:avLst/>
          </a:prstGeom>
          <a:solidFill>
            <a:srgbClr val="E86E24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31" name="Text 29"/>
          <p:cNvSpPr/>
          <p:nvPr/>
        </p:nvSpPr>
        <p:spPr>
          <a:xfrm>
            <a:off x="10577810" y="4400848"/>
            <a:ext cx="6214804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1650" kern="0" spc="297" noProof="0">
                <a:solidFill>
                  <a:srgbClr val="FAFAFA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ÅPNE I NETTLESER</a:t>
            </a:r>
            <a:endParaRPr lang="nb-NO" sz="1650" noProof="0"/>
          </a:p>
        </p:txBody>
      </p:sp>
      <p:sp>
        <p:nvSpPr>
          <p:cNvPr id="32" name="Text 30"/>
          <p:cNvSpPr/>
          <p:nvPr/>
        </p:nvSpPr>
        <p:spPr>
          <a:xfrm>
            <a:off x="10577810" y="5615285"/>
            <a:ext cx="6214804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nb-NO" sz="4500" kern="0" spc="-90" noProof="0">
                <a:solidFill>
                  <a:srgbClr val="FAFAFA"/>
                </a:solidFill>
                <a:latin typeface="Fraunces 72pt" pitchFamily="2" charset="0"/>
                <a:ea typeface="Fraunces" pitchFamily="34" charset="-122"/>
                <a:cs typeface="Fraunces" pitchFamily="34" charset="-120"/>
              </a:rPr>
              <a:t>Rammeverk-prototype.</a:t>
            </a:r>
            <a:endParaRPr lang="nb-NO" sz="4500" noProof="0">
              <a:latin typeface="Fraunces 72pt" pitchFamily="2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0577810" y="6443960"/>
            <a:ext cx="6214804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nb-NO" sz="2250" noProof="0">
                <a:solidFill>
                  <a:srgbClr val="FAFAFA">
                    <a:alpha val="9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 visninger — forløp, matrise og oppslag — med detalj per hendelse, koblet til </a:t>
            </a:r>
            <a:r>
              <a:rPr lang="nb-NO" sz="2250" noProof="0" err="1">
                <a:solidFill>
                  <a:srgbClr val="FAFAFA">
                    <a:alpha val="9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kravspek</a:t>
            </a:r>
            <a:r>
              <a:rPr lang="nb-NO" sz="2250" noProof="0">
                <a:solidFill>
                  <a:srgbClr val="FAFAFA">
                    <a:alpha val="9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og fagligheten vår.</a:t>
            </a:r>
            <a:endParaRPr lang="nb-NO" sz="2250" noProof="0"/>
          </a:p>
        </p:txBody>
      </p:sp>
      <p:sp>
        <p:nvSpPr>
          <p:cNvPr id="34" name="Shape 32"/>
          <p:cNvSpPr/>
          <p:nvPr/>
        </p:nvSpPr>
        <p:spPr>
          <a:xfrm>
            <a:off x="10577810" y="8620423"/>
            <a:ext cx="533400" cy="533400"/>
          </a:xfrm>
          <a:prstGeom prst="ellipse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35" name="Text 33"/>
          <p:cNvSpPr/>
          <p:nvPr/>
        </p:nvSpPr>
        <p:spPr>
          <a:xfrm>
            <a:off x="10539710" y="8620423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nb-NO" sz="2400" b="1" noProof="0">
                <a:solidFill>
                  <a:srgbClr val="E86E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↗</a:t>
            </a:r>
            <a:endParaRPr lang="nb-NO" sz="2400" noProof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1143000" y="671513"/>
            <a:ext cx="266700" cy="19050"/>
          </a:xfrm>
          <a:prstGeom prst="rect">
            <a:avLst/>
          </a:prstGeom>
          <a:solidFill>
            <a:srgbClr val="E86E24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4" name="Text 2"/>
          <p:cNvSpPr/>
          <p:nvPr/>
        </p:nvSpPr>
        <p:spPr>
          <a:xfrm>
            <a:off x="1581150" y="542925"/>
            <a:ext cx="426031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nb-NO" sz="1800" kern="0" spc="288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HVA BETYR DETTE FOR OSS?</a:t>
            </a:r>
            <a:endParaRPr lang="nb-NO" sz="1800" noProof="0"/>
          </a:p>
        </p:txBody>
      </p:sp>
      <p:sp>
        <p:nvSpPr>
          <p:cNvPr id="5" name="Text 3"/>
          <p:cNvSpPr/>
          <p:nvPr/>
        </p:nvSpPr>
        <p:spPr>
          <a:xfrm>
            <a:off x="14712553" y="533400"/>
            <a:ext cx="250864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1800" kern="0" spc="288" noProof="0">
                <a:solidFill>
                  <a:srgbClr val="5A554F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SPS · AFT 2026</a:t>
            </a:r>
            <a:endParaRPr lang="nb-NO" sz="1800" noProof="0"/>
          </a:p>
        </p:txBody>
      </p:sp>
      <p:sp>
        <p:nvSpPr>
          <p:cNvPr id="6" name="Text 4"/>
          <p:cNvSpPr/>
          <p:nvPr/>
        </p:nvSpPr>
        <p:spPr>
          <a:xfrm>
            <a:off x="1143000" y="1973036"/>
            <a:ext cx="164820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nb-NO" sz="1800" b="1" kern="0" spc="324" noProof="0">
                <a:solidFill>
                  <a:srgbClr val="E86E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IMPLIKASJONER FOR ARBEIDSHVERDAGEN</a:t>
            </a:r>
            <a:endParaRPr lang="nb-NO" sz="1800" noProof="0"/>
          </a:p>
        </p:txBody>
      </p:sp>
      <p:sp>
        <p:nvSpPr>
          <p:cNvPr id="7" name="Text 5"/>
          <p:cNvSpPr/>
          <p:nvPr/>
        </p:nvSpPr>
        <p:spPr>
          <a:xfrm>
            <a:off x="1143000" y="2477861"/>
            <a:ext cx="16482060" cy="79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nb-NO" sz="5700" kern="0" spc="-114" noProof="0" dirty="0">
                <a:solidFill>
                  <a:srgbClr val="231F20"/>
                </a:solidFill>
                <a:latin typeface="Fraunces 72pt" pitchFamily="2" charset="0"/>
                <a:ea typeface="Fraunces" pitchFamily="34" charset="-122"/>
                <a:cs typeface="Fraunces" pitchFamily="34" charset="-120"/>
              </a:rPr>
              <a:t>Nye rammer, samme oppdrag.</a:t>
            </a:r>
            <a:endParaRPr lang="nb-NO" sz="5700" noProof="0" dirty="0">
              <a:latin typeface="Fraunces 72pt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43000" y="4607677"/>
            <a:ext cx="794670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1800" b="1" kern="0" spc="288" noProof="0">
                <a:solidFill>
                  <a:srgbClr val="5A7548"/>
                </a:solidFill>
                <a:latin typeface="JetBrains Mono"/>
                <a:ea typeface="JetBrains Mono"/>
                <a:cs typeface="JetBrains Mono" pitchFamily="34" charset="-120"/>
              </a:rPr>
              <a:t>MER AV </a:t>
            </a:r>
            <a:r>
              <a:rPr lang="nb-NO" b="1" kern="0" spc="288">
                <a:solidFill>
                  <a:srgbClr val="5A7548"/>
                </a:solidFill>
                <a:latin typeface="JetBrains Mono"/>
                <a:ea typeface="JetBrains Mono"/>
                <a:cs typeface="JetBrains Mono" pitchFamily="34" charset="-120"/>
              </a:rPr>
              <a:t>...</a:t>
            </a:r>
            <a:endParaRPr lang="nb-NO" sz="1800" noProof="0"/>
          </a:p>
        </p:txBody>
      </p:sp>
      <p:sp>
        <p:nvSpPr>
          <p:cNvPr id="9" name="Text 7"/>
          <p:cNvSpPr/>
          <p:nvPr/>
        </p:nvSpPr>
        <p:spPr>
          <a:xfrm>
            <a:off x="1143000" y="5093452"/>
            <a:ext cx="268337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nb-NO" sz="1950" b="1" noProof="0">
                <a:solidFill>
                  <a:srgbClr val="5A75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↗</a:t>
            </a:r>
            <a:endParaRPr lang="nb-NO" sz="1950" noProof="0"/>
          </a:p>
        </p:txBody>
      </p:sp>
      <p:sp>
        <p:nvSpPr>
          <p:cNvPr id="10" name="Text 8"/>
          <p:cNvSpPr/>
          <p:nvPr/>
        </p:nvSpPr>
        <p:spPr>
          <a:xfrm>
            <a:off x="1487537" y="5093452"/>
            <a:ext cx="7148511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nb-NO" sz="1950" noProof="0">
                <a:solidFill>
                  <a:srgbClr val="231F20"/>
                </a:solidFill>
                <a:latin typeface="Inter"/>
                <a:ea typeface="Inter"/>
                <a:cs typeface="Inter" pitchFamily="34" charset="-120"/>
              </a:rPr>
              <a:t>Tidlig ut i ordinært arbeidsliv </a:t>
            </a:r>
            <a:endParaRPr lang="nb-NO" sz="1950" noProof="0">
              <a:latin typeface="Inter"/>
              <a:ea typeface="Inter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43000" y="5611522"/>
            <a:ext cx="268337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nb-NO" sz="1950" b="1" noProof="0">
                <a:solidFill>
                  <a:srgbClr val="5A75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↗</a:t>
            </a:r>
            <a:endParaRPr lang="nb-NO" sz="1950" noProof="0"/>
          </a:p>
        </p:txBody>
      </p:sp>
      <p:sp>
        <p:nvSpPr>
          <p:cNvPr id="12" name="Text 10"/>
          <p:cNvSpPr/>
          <p:nvPr/>
        </p:nvSpPr>
        <p:spPr>
          <a:xfrm>
            <a:off x="1487537" y="5611522"/>
            <a:ext cx="6444436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nb-NO" sz="1950" noProof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Aktiv jobbutvikling og arbeidsgiverkontakt fra dag én.</a:t>
            </a:r>
            <a:endParaRPr lang="nb-NO" sz="1950" noProof="0"/>
          </a:p>
        </p:txBody>
      </p:sp>
      <p:sp>
        <p:nvSpPr>
          <p:cNvPr id="13" name="Text 11"/>
          <p:cNvSpPr/>
          <p:nvPr/>
        </p:nvSpPr>
        <p:spPr>
          <a:xfrm>
            <a:off x="1143000" y="6129593"/>
            <a:ext cx="268337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nb-NO" sz="1950" b="1" noProof="0">
                <a:solidFill>
                  <a:srgbClr val="5A75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↗</a:t>
            </a:r>
            <a:endParaRPr lang="nb-NO" sz="1950" noProof="0"/>
          </a:p>
        </p:txBody>
      </p:sp>
      <p:sp>
        <p:nvSpPr>
          <p:cNvPr id="14" name="Text 12"/>
          <p:cNvSpPr/>
          <p:nvPr/>
        </p:nvSpPr>
        <p:spPr>
          <a:xfrm>
            <a:off x="1419502" y="6143201"/>
            <a:ext cx="7659869" cy="10034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r>
              <a:rPr lang="nb-NO" sz="1950" b="1">
                <a:solidFill>
                  <a:srgbClr val="231F20"/>
                </a:solidFill>
                <a:latin typeface="Inter"/>
              </a:rPr>
              <a:t>S</a:t>
            </a:r>
            <a:r>
              <a:rPr lang="nb-NO" sz="1950">
                <a:solidFill>
                  <a:srgbClr val="231F20"/>
                </a:solidFill>
                <a:latin typeface="Inter"/>
              </a:rPr>
              <a:t>trukturert </a:t>
            </a:r>
            <a:r>
              <a:rPr lang="nb-NO" sz="1950" b="1">
                <a:solidFill>
                  <a:srgbClr val="231F20"/>
                </a:solidFill>
                <a:latin typeface="Inter"/>
              </a:rPr>
              <a:t>M</a:t>
            </a:r>
            <a:r>
              <a:rPr lang="nb-NO" sz="1950">
                <a:solidFill>
                  <a:srgbClr val="231F20"/>
                </a:solidFill>
                <a:latin typeface="Inter"/>
              </a:rPr>
              <a:t>ålrettet </a:t>
            </a:r>
            <a:r>
              <a:rPr lang="nb-NO" sz="1950" b="1">
                <a:solidFill>
                  <a:srgbClr val="231F20"/>
                </a:solidFill>
                <a:latin typeface="Inter"/>
              </a:rPr>
              <a:t>A</a:t>
            </a:r>
            <a:r>
              <a:rPr lang="nb-NO" sz="1950">
                <a:solidFill>
                  <a:srgbClr val="231F20"/>
                </a:solidFill>
                <a:latin typeface="Inter"/>
              </a:rPr>
              <a:t>ttraktivt </a:t>
            </a:r>
            <a:r>
              <a:rPr lang="nb-NO" sz="1950" b="1">
                <a:solidFill>
                  <a:srgbClr val="231F20"/>
                </a:solidFill>
                <a:latin typeface="Inter"/>
              </a:rPr>
              <a:t>R</a:t>
            </a:r>
            <a:r>
              <a:rPr lang="nb-NO" sz="1950">
                <a:solidFill>
                  <a:srgbClr val="231F20"/>
                </a:solidFill>
                <a:latin typeface="Inter"/>
              </a:rPr>
              <a:t>ealistisk og </a:t>
            </a:r>
            <a:r>
              <a:rPr lang="nb-NO" sz="1950" b="1">
                <a:solidFill>
                  <a:srgbClr val="231F20"/>
                </a:solidFill>
                <a:latin typeface="Inter"/>
              </a:rPr>
              <a:t>T</a:t>
            </a:r>
            <a:r>
              <a:rPr lang="nb-NO" sz="1950">
                <a:solidFill>
                  <a:srgbClr val="231F20"/>
                </a:solidFill>
                <a:latin typeface="Inter"/>
              </a:rPr>
              <a:t>idsavgrenset – stegvis og konkret arbeid mot deltakers yrkesmål</a:t>
            </a:r>
            <a:endParaRPr lang="nb-NO" sz="1950" noProof="0">
              <a:latin typeface="Inter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429750" y="4607677"/>
            <a:ext cx="794670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1800" b="1" kern="0" spc="288" noProof="0">
                <a:solidFill>
                  <a:srgbClr val="7A2E2E"/>
                </a:solidFill>
                <a:latin typeface="JetBrains Mono"/>
                <a:ea typeface="JetBrains Mono"/>
                <a:cs typeface="JetBrains Mono" pitchFamily="34" charset="-120"/>
              </a:rPr>
              <a:t>MINDRE AV </a:t>
            </a:r>
            <a:r>
              <a:rPr lang="nb-NO" b="1" kern="0" spc="288">
                <a:solidFill>
                  <a:srgbClr val="7A2E2E"/>
                </a:solidFill>
                <a:latin typeface="JetBrains Mono"/>
                <a:ea typeface="JetBrains Mono"/>
                <a:cs typeface="JetBrains Mono" pitchFamily="34" charset="-120"/>
              </a:rPr>
              <a:t>...</a:t>
            </a:r>
            <a:endParaRPr lang="nb-NO" sz="1800" noProof="0">
              <a:latin typeface="JetBrains Mono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429750" y="5093452"/>
            <a:ext cx="268337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nb-NO" sz="1950" b="1" noProof="0">
                <a:solidFill>
                  <a:srgbClr val="7A2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↘</a:t>
            </a:r>
            <a:endParaRPr lang="nb-NO" sz="1950" noProof="0"/>
          </a:p>
        </p:txBody>
      </p:sp>
      <p:sp>
        <p:nvSpPr>
          <p:cNvPr id="21" name="Text 19"/>
          <p:cNvSpPr/>
          <p:nvPr/>
        </p:nvSpPr>
        <p:spPr>
          <a:xfrm>
            <a:off x="9774287" y="5093452"/>
            <a:ext cx="5440214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nb-NO" sz="1950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Lange interne perioder uten progresjonsplan.</a:t>
            </a:r>
            <a:endParaRPr lang="nb-NO" sz="1950" noProof="0"/>
          </a:p>
        </p:txBody>
      </p:sp>
      <p:sp>
        <p:nvSpPr>
          <p:cNvPr id="24" name="Text 22"/>
          <p:cNvSpPr/>
          <p:nvPr/>
        </p:nvSpPr>
        <p:spPr>
          <a:xfrm>
            <a:off x="9429750" y="5612522"/>
            <a:ext cx="268337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nb-NO" sz="1950" b="1" noProof="0">
                <a:solidFill>
                  <a:srgbClr val="7A2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↘</a:t>
            </a:r>
            <a:endParaRPr lang="nb-NO" sz="1950" noProof="0"/>
          </a:p>
        </p:txBody>
      </p:sp>
      <p:sp>
        <p:nvSpPr>
          <p:cNvPr id="25" name="Text 23"/>
          <p:cNvSpPr/>
          <p:nvPr/>
        </p:nvSpPr>
        <p:spPr>
          <a:xfrm>
            <a:off x="9774287" y="5612522"/>
            <a:ext cx="5081049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>
              <a:lnSpc>
                <a:spcPct val="140000"/>
              </a:lnSpc>
            </a:pPr>
            <a:r>
              <a:rPr lang="nb-NO" sz="1950">
                <a:solidFill>
                  <a:srgbClr val="5A554F"/>
                </a:solidFill>
                <a:latin typeface="Inter"/>
                <a:ea typeface="Inter"/>
                <a:cs typeface="Inter" pitchFamily="34" charset="-120"/>
              </a:rPr>
              <a:t>Aktivitet</a:t>
            </a:r>
            <a:r>
              <a:rPr lang="nb-NO" sz="1950" noProof="0">
                <a:solidFill>
                  <a:srgbClr val="5A554F"/>
                </a:solidFill>
                <a:latin typeface="Inter"/>
                <a:ea typeface="Inter"/>
                <a:cs typeface="Inter" pitchFamily="34" charset="-120"/>
              </a:rPr>
              <a:t> uten</a:t>
            </a:r>
            <a:r>
              <a:rPr lang="nb-NO" sz="1950">
                <a:solidFill>
                  <a:srgbClr val="5A554F"/>
                </a:solidFill>
                <a:latin typeface="Inter"/>
                <a:ea typeface="Inter"/>
                <a:cs typeface="Inter" pitchFamily="34" charset="-120"/>
              </a:rPr>
              <a:t> </a:t>
            </a:r>
            <a:r>
              <a:rPr lang="nb-NO" sz="1950" noProof="0">
                <a:solidFill>
                  <a:srgbClr val="5A554F"/>
                </a:solidFill>
                <a:latin typeface="Inter"/>
                <a:ea typeface="Inter"/>
                <a:cs typeface="Inter" pitchFamily="34" charset="-120"/>
              </a:rPr>
              <a:t>kobling til </a:t>
            </a:r>
            <a:r>
              <a:rPr lang="nb-NO" sz="1950">
                <a:solidFill>
                  <a:srgbClr val="5A554F"/>
                </a:solidFill>
                <a:latin typeface="Inter"/>
                <a:ea typeface="Inter"/>
                <a:cs typeface="Inter" pitchFamily="34" charset="-120"/>
              </a:rPr>
              <a:t>yrkesmål</a:t>
            </a:r>
            <a:r>
              <a:rPr lang="nb-NO" sz="1950" noProof="0">
                <a:solidFill>
                  <a:srgbClr val="5A554F"/>
                </a:solidFill>
                <a:latin typeface="Inter"/>
                <a:ea typeface="Inter" pitchFamily="34" charset="-122"/>
                <a:cs typeface="Inter" pitchFamily="34" charset="-120"/>
              </a:rPr>
              <a:t>.</a:t>
            </a:r>
            <a:endParaRPr lang="nb-NO" sz="1950" noProof="0">
              <a:latin typeface="Inter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429750" y="6145198"/>
            <a:ext cx="268337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nb-NO" sz="1950" b="1" noProof="0">
                <a:solidFill>
                  <a:srgbClr val="7A2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↘</a:t>
            </a:r>
            <a:endParaRPr lang="nb-NO" sz="1950" noProof="0"/>
          </a:p>
        </p:txBody>
      </p:sp>
      <p:sp>
        <p:nvSpPr>
          <p:cNvPr id="29" name="Text 27"/>
          <p:cNvSpPr/>
          <p:nvPr/>
        </p:nvSpPr>
        <p:spPr>
          <a:xfrm>
            <a:off x="9719859" y="6131591"/>
            <a:ext cx="5760398" cy="411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40000"/>
              </a:lnSpc>
            </a:pPr>
            <a:r>
              <a:rPr lang="nb-NO">
                <a:solidFill>
                  <a:srgbClr val="5A554F"/>
                </a:solidFill>
                <a:latin typeface="Inter"/>
              </a:rPr>
              <a:t>"Slappe av" når deltaker er i ekstern praksis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B4521A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3" name="Text 1"/>
          <p:cNvSpPr/>
          <p:nvPr/>
        </p:nvSpPr>
        <p:spPr>
          <a:xfrm>
            <a:off x="1143000" y="1047750"/>
            <a:ext cx="164820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nb-NO" sz="1800" kern="0" spc="360" noProof="0">
                <a:solidFill>
                  <a:srgbClr val="F4EFE6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 3 · FAGUTVIKLING</a:t>
            </a:r>
            <a:endParaRPr lang="nb-NO" sz="1800" noProof="0"/>
          </a:p>
        </p:txBody>
      </p:sp>
      <p:sp>
        <p:nvSpPr>
          <p:cNvPr id="5" name="Text 3"/>
          <p:cNvSpPr/>
          <p:nvPr/>
        </p:nvSpPr>
        <p:spPr>
          <a:xfrm>
            <a:off x="1143000" y="3709988"/>
            <a:ext cx="14716125" cy="3657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nb-NO" sz="15000" kern="0" spc="-450" noProof="0" dirty="0">
                <a:solidFill>
                  <a:srgbClr val="FAFAFA"/>
                </a:solidFill>
                <a:latin typeface="Fraunces 72pt" pitchFamily="2" charset="0"/>
                <a:ea typeface="Fraunces" pitchFamily="34" charset="-122"/>
                <a:cs typeface="Fraunces" pitchFamily="34" charset="-120"/>
              </a:rPr>
              <a:t>Fagutvikling</a:t>
            </a:r>
            <a:endParaRPr lang="nb-NO" sz="15000" noProof="0" dirty="0">
              <a:latin typeface="Fraunces 72pt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43000" y="9039225"/>
            <a:ext cx="164820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>
                <a:solidFill>
                  <a:srgbClr val="F4EFE6">
                    <a:alpha val="50000"/>
                  </a:srgbClr>
                </a:solidFill>
                <a:latin typeface="JetBrains Mono" pitchFamily="34" charset="0"/>
                <a:ea typeface="JetBrains Mono"/>
                <a:cs typeface="JetBrains Mono" pitchFamily="34" charset="-120"/>
              </a:rPr>
              <a:t>SPS</a:t>
            </a:r>
            <a:r>
              <a:rPr lang="nb-NO" sz="1800" noProof="0">
                <a:solidFill>
                  <a:srgbClr val="F4EFE6">
                    <a:alpha val="50000"/>
                  </a:srgbClr>
                </a:solidFill>
                <a:latin typeface="JetBrains Mono"/>
                <a:ea typeface="JetBrains Mono"/>
                <a:cs typeface="JetBrains Mono" pitchFamily="34" charset="-120"/>
              </a:rPr>
              <a:t> · AFT 2026</a:t>
            </a:r>
            <a:endParaRPr lang="nb-NO" sz="1800" noProof="0">
              <a:latin typeface="JetBrains Mono"/>
              <a:ea typeface="JetBrains Mon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1143000" y="671513"/>
            <a:ext cx="266700" cy="19050"/>
          </a:xfrm>
          <a:prstGeom prst="rect">
            <a:avLst/>
          </a:prstGeom>
          <a:solidFill>
            <a:srgbClr val="E86E24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4" name="Text 2"/>
          <p:cNvSpPr/>
          <p:nvPr/>
        </p:nvSpPr>
        <p:spPr>
          <a:xfrm>
            <a:off x="1581150" y="542925"/>
            <a:ext cx="426767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nb-NO" sz="1800" kern="0" spc="288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FAGUTVIKLINGSPROSJEKTET</a:t>
            </a:r>
            <a:endParaRPr lang="nb-NO" sz="1800" noProof="0"/>
          </a:p>
        </p:txBody>
      </p:sp>
      <p:sp>
        <p:nvSpPr>
          <p:cNvPr id="5" name="Text 3"/>
          <p:cNvSpPr/>
          <p:nvPr/>
        </p:nvSpPr>
        <p:spPr>
          <a:xfrm>
            <a:off x="14712553" y="533400"/>
            <a:ext cx="250864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1800" kern="0" spc="288" noProof="0">
                <a:solidFill>
                  <a:srgbClr val="5A554F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SPS · AFT 2026</a:t>
            </a:r>
            <a:endParaRPr lang="nb-NO" sz="1800" noProof="0"/>
          </a:p>
        </p:txBody>
      </p:sp>
      <p:sp>
        <p:nvSpPr>
          <p:cNvPr id="6" name="Text 4"/>
          <p:cNvSpPr/>
          <p:nvPr/>
        </p:nvSpPr>
        <p:spPr>
          <a:xfrm>
            <a:off x="1143000" y="1428750"/>
            <a:ext cx="164820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nb-NO" sz="1800" b="1" kern="0" spc="324" noProof="0">
                <a:solidFill>
                  <a:srgbClr val="E86E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BAKGRUNN</a:t>
            </a:r>
            <a:endParaRPr lang="nb-NO" sz="1800" noProof="0"/>
          </a:p>
        </p:txBody>
      </p:sp>
      <p:sp>
        <p:nvSpPr>
          <p:cNvPr id="7" name="Text 5"/>
          <p:cNvSpPr/>
          <p:nvPr/>
        </p:nvSpPr>
        <p:spPr>
          <a:xfrm>
            <a:off x="1143000" y="1933575"/>
            <a:ext cx="14716125" cy="1543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nb-NO" sz="5700" kern="0" spc="-114" noProof="0" dirty="0">
                <a:solidFill>
                  <a:srgbClr val="231F20"/>
                </a:solidFill>
                <a:latin typeface="Fraunces 72pt" pitchFamily="2" charset="0"/>
                <a:ea typeface="Fraunces" pitchFamily="34" charset="-122"/>
                <a:cs typeface="Fraunces" pitchFamily="34" charset="-120"/>
              </a:rPr>
              <a:t>Et sterkt og samlet AFT – fagutvikling, rutiner og verktøy.</a:t>
            </a:r>
            <a:endParaRPr lang="nb-NO" sz="5700" noProof="0" dirty="0">
              <a:latin typeface="Fraunces 72pt" pitchFamily="2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156607" y="4321502"/>
            <a:ext cx="8231004" cy="3845654"/>
          </a:xfrm>
          <a:prstGeom prst="rect">
            <a:avLst/>
          </a:prstGeom>
          <a:solidFill>
            <a:srgbClr val="F1ECE3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10" name="Shape 8"/>
          <p:cNvSpPr/>
          <p:nvPr/>
        </p:nvSpPr>
        <p:spPr>
          <a:xfrm>
            <a:off x="1143000" y="4348716"/>
            <a:ext cx="24493" cy="3845654"/>
          </a:xfrm>
          <a:prstGeom prst="rect">
            <a:avLst/>
          </a:prstGeom>
          <a:solidFill>
            <a:srgbClr val="E86E24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11" name="Text 9"/>
          <p:cNvSpPr/>
          <p:nvPr/>
        </p:nvSpPr>
        <p:spPr>
          <a:xfrm>
            <a:off x="1417865" y="4492952"/>
            <a:ext cx="7968753" cy="33503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nb-NO" sz="3200" i="1" kern="0" spc="-19" noProof="0">
                <a:solidFill>
                  <a:srgbClr val="231F20"/>
                </a:solidFill>
                <a:latin typeface="Fraunces"/>
                <a:ea typeface="Fraunces" pitchFamily="34" charset="-122"/>
                <a:cs typeface="Fraunces" pitchFamily="34" charset="-120"/>
              </a:rPr>
              <a:t>«Et sterkt og samlet AFT-team som er trygg på egen kompetanse, selvstendig i sine faglige vurderinger og utrustet med gode verktøy — mot et samfunn der ingen er utenfor.»</a:t>
            </a:r>
            <a:endParaRPr lang="nb-NO" sz="3200" noProof="0">
              <a:latin typeface="Fraunces"/>
              <a:ea typeface="Calibri"/>
              <a:cs typeface="Calibri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0217646" y="3972520"/>
            <a:ext cx="6927354" cy="9525"/>
          </a:xfrm>
          <a:prstGeom prst="rect">
            <a:avLst/>
          </a:prstGeom>
          <a:solidFill>
            <a:srgbClr val="D8D2C5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13" name="Text 11"/>
          <p:cNvSpPr/>
          <p:nvPr/>
        </p:nvSpPr>
        <p:spPr>
          <a:xfrm>
            <a:off x="10217646" y="4153495"/>
            <a:ext cx="71351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1800" b="1" kern="0" spc="252" noProof="0">
                <a:solidFill>
                  <a:srgbClr val="E86E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HVORFOR NÅ?</a:t>
            </a:r>
            <a:endParaRPr lang="nb-NO" sz="1800" noProof="0"/>
          </a:p>
        </p:txBody>
      </p:sp>
      <p:sp>
        <p:nvSpPr>
          <p:cNvPr id="14" name="Text 12"/>
          <p:cNvSpPr/>
          <p:nvPr/>
        </p:nvSpPr>
        <p:spPr>
          <a:xfrm>
            <a:off x="10217646" y="4505920"/>
            <a:ext cx="7135175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nb-NO" sz="1800" noProof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Ny </a:t>
            </a:r>
            <a:r>
              <a:rPr lang="nb-NO" sz="1800" noProof="0" err="1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kravspek</a:t>
            </a:r>
            <a:r>
              <a:rPr lang="nb-NO" sz="1800" noProof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ny løsningsbeskrivelse, nye kolleger.</a:t>
            </a:r>
            <a:endParaRPr lang="nb-NO" sz="1800" noProof="0"/>
          </a:p>
        </p:txBody>
      </p:sp>
      <p:sp>
        <p:nvSpPr>
          <p:cNvPr id="15" name="Shape 13"/>
          <p:cNvSpPr/>
          <p:nvPr/>
        </p:nvSpPr>
        <p:spPr>
          <a:xfrm>
            <a:off x="10217646" y="5138291"/>
            <a:ext cx="6927354" cy="9525"/>
          </a:xfrm>
          <a:prstGeom prst="rect">
            <a:avLst/>
          </a:prstGeom>
          <a:solidFill>
            <a:srgbClr val="D8D2C5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16" name="Text 14"/>
          <p:cNvSpPr/>
          <p:nvPr/>
        </p:nvSpPr>
        <p:spPr>
          <a:xfrm>
            <a:off x="10217646" y="5319266"/>
            <a:ext cx="71351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1800" b="1" kern="0" spc="252" noProof="0">
                <a:solidFill>
                  <a:srgbClr val="E86E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HVA TAR VI VARE PÅ?</a:t>
            </a:r>
            <a:endParaRPr lang="nb-NO" sz="1800" noProof="0"/>
          </a:p>
        </p:txBody>
      </p:sp>
      <p:sp>
        <p:nvSpPr>
          <p:cNvPr id="17" name="Text 15"/>
          <p:cNvSpPr/>
          <p:nvPr/>
        </p:nvSpPr>
        <p:spPr>
          <a:xfrm>
            <a:off x="10217646" y="5671691"/>
            <a:ext cx="7135175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nb-NO" sz="1800" noProof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Sosialt fellesskap, faglig støtte i hverandres saker.</a:t>
            </a:r>
            <a:endParaRPr lang="nb-NO" sz="1800" noProof="0"/>
          </a:p>
        </p:txBody>
      </p:sp>
      <p:sp>
        <p:nvSpPr>
          <p:cNvPr id="18" name="Shape 16"/>
          <p:cNvSpPr/>
          <p:nvPr/>
        </p:nvSpPr>
        <p:spPr>
          <a:xfrm>
            <a:off x="10217646" y="6304062"/>
            <a:ext cx="6927354" cy="9525"/>
          </a:xfrm>
          <a:prstGeom prst="rect">
            <a:avLst/>
          </a:prstGeom>
          <a:solidFill>
            <a:srgbClr val="D8D2C5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19" name="Text 17"/>
          <p:cNvSpPr/>
          <p:nvPr/>
        </p:nvSpPr>
        <p:spPr>
          <a:xfrm>
            <a:off x="10217646" y="6485037"/>
            <a:ext cx="71351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1800" b="1" kern="0" spc="252" noProof="0">
                <a:solidFill>
                  <a:srgbClr val="E86E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HVA VIL VI STYRKE?</a:t>
            </a:r>
            <a:endParaRPr lang="nb-NO" sz="1800" noProof="0"/>
          </a:p>
        </p:txBody>
      </p:sp>
      <p:sp>
        <p:nvSpPr>
          <p:cNvPr id="20" name="Text 18"/>
          <p:cNvSpPr/>
          <p:nvPr/>
        </p:nvSpPr>
        <p:spPr>
          <a:xfrm>
            <a:off x="10217646" y="6837462"/>
            <a:ext cx="7135175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nb-NO" sz="1800" noProof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Felles språk, rammer, rutiner og verktøy.</a:t>
            </a:r>
            <a:endParaRPr lang="nb-NO" sz="1800" noProof="0"/>
          </a:p>
        </p:txBody>
      </p:sp>
      <p:sp>
        <p:nvSpPr>
          <p:cNvPr id="21" name="Shape 19"/>
          <p:cNvSpPr/>
          <p:nvPr/>
        </p:nvSpPr>
        <p:spPr>
          <a:xfrm>
            <a:off x="10217646" y="7469832"/>
            <a:ext cx="6927354" cy="9525"/>
          </a:xfrm>
          <a:prstGeom prst="rect">
            <a:avLst/>
          </a:prstGeom>
          <a:solidFill>
            <a:srgbClr val="D8D2C5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22" name="Text 20"/>
          <p:cNvSpPr/>
          <p:nvPr/>
        </p:nvSpPr>
        <p:spPr>
          <a:xfrm>
            <a:off x="10217646" y="7650807"/>
            <a:ext cx="71351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1800" b="1" kern="0" spc="252" noProof="0">
                <a:solidFill>
                  <a:srgbClr val="E86E2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HVEM DRIVER DET?</a:t>
            </a:r>
            <a:endParaRPr lang="nb-NO" sz="1800" noProof="0"/>
          </a:p>
        </p:txBody>
      </p:sp>
      <p:sp>
        <p:nvSpPr>
          <p:cNvPr id="23" name="Text 21"/>
          <p:cNvSpPr/>
          <p:nvPr/>
        </p:nvSpPr>
        <p:spPr>
          <a:xfrm>
            <a:off x="10217646" y="8003232"/>
            <a:ext cx="7135175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nb-NO" sz="1800" noProof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Prosjektgruppe: Siri og Bjarte. Hele teamet involveres.</a:t>
            </a:r>
            <a:endParaRPr lang="nb-NO" sz="1800" noProof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1143000" y="671513"/>
            <a:ext cx="266700" cy="19050"/>
          </a:xfrm>
          <a:prstGeom prst="rect">
            <a:avLst/>
          </a:prstGeom>
          <a:solidFill>
            <a:srgbClr val="E86E24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4" name="Text 2"/>
          <p:cNvSpPr/>
          <p:nvPr/>
        </p:nvSpPr>
        <p:spPr>
          <a:xfrm>
            <a:off x="1581150" y="542925"/>
            <a:ext cx="426767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nb-NO" sz="1800" kern="0" spc="288" noProof="0">
                <a:solidFill>
                  <a:srgbClr val="5A55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FAGUTVIKLINGSPROSJEKTET</a:t>
            </a:r>
            <a:endParaRPr lang="nb-NO" sz="1800" noProof="0"/>
          </a:p>
        </p:txBody>
      </p:sp>
      <p:sp>
        <p:nvSpPr>
          <p:cNvPr id="5" name="Text 3"/>
          <p:cNvSpPr/>
          <p:nvPr/>
        </p:nvSpPr>
        <p:spPr>
          <a:xfrm>
            <a:off x="14712553" y="533400"/>
            <a:ext cx="250864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1800" kern="0" spc="288" noProof="0">
                <a:solidFill>
                  <a:srgbClr val="5A554F">
                    <a:alpha val="6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SPS · AFT 2026</a:t>
            </a:r>
            <a:endParaRPr lang="nb-NO" sz="1800" noProof="0"/>
          </a:p>
        </p:txBody>
      </p:sp>
      <p:sp>
        <p:nvSpPr>
          <p:cNvPr id="6" name="Text 4"/>
          <p:cNvSpPr/>
          <p:nvPr/>
        </p:nvSpPr>
        <p:spPr>
          <a:xfrm>
            <a:off x="1143000" y="1428750"/>
            <a:ext cx="1648206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nb-NO" sz="1800" b="1" kern="0" spc="324" noProof="0">
                <a:solidFill>
                  <a:srgbClr val="E86E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</a:t>
            </a:r>
            <a:endParaRPr lang="nb-NO" sz="1800" noProof="0"/>
          </a:p>
        </p:txBody>
      </p:sp>
      <p:sp>
        <p:nvSpPr>
          <p:cNvPr id="7" name="Text 5"/>
          <p:cNvSpPr/>
          <p:nvPr/>
        </p:nvSpPr>
        <p:spPr>
          <a:xfrm>
            <a:off x="1143000" y="1933575"/>
            <a:ext cx="16482060" cy="79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nb-NO" sz="5700" kern="0" spc="-114" noProof="0" dirty="0">
                <a:solidFill>
                  <a:srgbClr val="231F20"/>
                </a:solidFill>
                <a:latin typeface="Fraunces 72pt" pitchFamily="2" charset="0"/>
                <a:ea typeface="Fraunces" pitchFamily="34" charset="-122"/>
                <a:cs typeface="Fraunces" pitchFamily="34" charset="-120"/>
              </a:rPr>
              <a:t>To parallelle spor — gjensidig avhengige</a:t>
            </a:r>
            <a:endParaRPr lang="nb-NO" sz="5700" noProof="0" dirty="0">
              <a:latin typeface="Fraunces 72pt" pitchFamily="2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143000" y="3143548"/>
            <a:ext cx="7810500" cy="5444133"/>
          </a:xfrm>
          <a:prstGeom prst="rect">
            <a:avLst/>
          </a:prstGeom>
          <a:solidFill>
            <a:srgbClr val="3D5A7A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9" name="Text 7"/>
          <p:cNvSpPr/>
          <p:nvPr/>
        </p:nvSpPr>
        <p:spPr>
          <a:xfrm>
            <a:off x="1600200" y="3600748"/>
            <a:ext cx="710298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1800" kern="0" spc="324" noProof="0">
                <a:solidFill>
                  <a:srgbClr val="FAFAFA">
                    <a:alpha val="7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SPOR A</a:t>
            </a:r>
            <a:endParaRPr lang="nb-NO" sz="1800" noProof="0"/>
          </a:p>
        </p:txBody>
      </p:sp>
      <p:sp>
        <p:nvSpPr>
          <p:cNvPr id="10" name="Text 8"/>
          <p:cNvSpPr/>
          <p:nvPr/>
        </p:nvSpPr>
        <p:spPr>
          <a:xfrm>
            <a:off x="1600200" y="4067473"/>
            <a:ext cx="7102983" cy="115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nb-NO" sz="4200" kern="0" spc="-42" noProof="0">
                <a:solidFill>
                  <a:srgbClr val="FAFAFA"/>
                </a:solidFill>
                <a:latin typeface="Fraunces 72pt" pitchFamily="2" charset="0"/>
                <a:ea typeface="Fraunces" pitchFamily="34" charset="-122"/>
                <a:cs typeface="Fraunces" pitchFamily="34" charset="-120"/>
              </a:rPr>
              <a:t>Teamutvikling og felles retning</a:t>
            </a:r>
            <a:endParaRPr lang="nb-NO" sz="4200" noProof="0">
              <a:latin typeface="Fraunces 72pt" pitchFamily="2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440180" y="5454253"/>
            <a:ext cx="7132320" cy="21714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nb-NO" sz="1800" noProof="0">
                <a:solidFill>
                  <a:srgbClr val="FAFAFA">
                    <a:alpha val="9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Felles forståelse av oppdraget og det faglige fundamentet.</a:t>
            </a:r>
            <a:endParaRPr lang="nb-NO" sz="1800" noProof="0"/>
          </a:p>
          <a:p>
            <a:pPr marL="0" indent="0" algn="l">
              <a:lnSpc>
                <a:spcPct val="140000"/>
              </a:lnSpc>
              <a:buNone/>
            </a:pPr>
            <a:r>
              <a:rPr lang="nb-NO" sz="1800" noProof="0">
                <a:solidFill>
                  <a:srgbClr val="FAFAFA">
                    <a:alpha val="9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Koble praksis til SE, MI, LØFT og </a:t>
            </a:r>
            <a:r>
              <a:rPr lang="nb-NO" sz="1800" noProof="0" err="1">
                <a:solidFill>
                  <a:srgbClr val="FAFAFA">
                    <a:alpha val="9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empowerment</a:t>
            </a:r>
            <a:r>
              <a:rPr lang="nb-NO" sz="1800" noProof="0">
                <a:solidFill>
                  <a:srgbClr val="FAFAFA">
                    <a:alpha val="9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nb-NO" sz="1800" noProof="0"/>
          </a:p>
          <a:p>
            <a:pPr marL="0" indent="0" algn="l">
              <a:lnSpc>
                <a:spcPct val="140000"/>
              </a:lnSpc>
              <a:buNone/>
            </a:pPr>
            <a:r>
              <a:rPr lang="nb-NO" sz="1800" noProof="0">
                <a:solidFill>
                  <a:srgbClr val="FAFAFA">
                    <a:alpha val="9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Identifisere variasjon, spenning og forbedringsbehov.</a:t>
            </a:r>
            <a:endParaRPr lang="nb-NO" sz="1800" noProof="0"/>
          </a:p>
          <a:p>
            <a:pPr marL="0" indent="0" algn="l">
              <a:lnSpc>
                <a:spcPct val="140000"/>
              </a:lnSpc>
              <a:buNone/>
            </a:pPr>
            <a:r>
              <a:rPr lang="nb-NO" sz="1800" noProof="0">
                <a:solidFill>
                  <a:srgbClr val="FAFAFA">
                    <a:alpha val="9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Faglig kompetanseheving.</a:t>
            </a:r>
            <a:endParaRPr lang="nb-NO" sz="1800" noProof="0"/>
          </a:p>
          <a:p>
            <a:pPr marL="0" indent="0" algn="l">
              <a:lnSpc>
                <a:spcPct val="140000"/>
              </a:lnSpc>
              <a:buNone/>
            </a:pPr>
            <a:r>
              <a:rPr lang="nb-NO" sz="1800" noProof="0">
                <a:solidFill>
                  <a:srgbClr val="FAFAFA">
                    <a:alpha val="92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Eierskap til utviklingsprosessen.</a:t>
            </a:r>
            <a:endParaRPr lang="nb-NO" sz="1800" noProof="0"/>
          </a:p>
        </p:txBody>
      </p:sp>
      <p:sp>
        <p:nvSpPr>
          <p:cNvPr id="12" name="Text 10"/>
          <p:cNvSpPr/>
          <p:nvPr/>
        </p:nvSpPr>
        <p:spPr>
          <a:xfrm>
            <a:off x="1600200" y="7854255"/>
            <a:ext cx="710298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nb-NO" sz="1800" i="1" kern="0" spc="-18" noProof="0">
                <a:solidFill>
                  <a:srgbClr val="FAFAFA">
                    <a:alpha val="70000"/>
                  </a:srgbClr>
                </a:solidFill>
                <a:latin typeface="Fraunces 72pt" pitchFamily="2" charset="0"/>
                <a:ea typeface="Fraunces" pitchFamily="34" charset="-122"/>
                <a:cs typeface="Fraunces" pitchFamily="34" charset="-120"/>
              </a:rPr>
              <a:t>Involverer hele teamet.</a:t>
            </a:r>
            <a:endParaRPr lang="nb-NO" sz="1800" noProof="0">
              <a:latin typeface="Fraunces 72pt" pitchFamily="2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334500" y="3143548"/>
            <a:ext cx="7810500" cy="5444133"/>
          </a:xfrm>
          <a:prstGeom prst="rect">
            <a:avLst/>
          </a:prstGeom>
          <a:solidFill>
            <a:srgbClr val="9C7A3C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14" name="Text 12"/>
          <p:cNvSpPr/>
          <p:nvPr/>
        </p:nvSpPr>
        <p:spPr>
          <a:xfrm>
            <a:off x="9791700" y="3600748"/>
            <a:ext cx="710298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1800" kern="0" spc="324" noProof="0">
                <a:solidFill>
                  <a:srgbClr val="FAFAFA">
                    <a:alpha val="80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SPOR B</a:t>
            </a:r>
            <a:endParaRPr lang="nb-NO" sz="1800" noProof="0"/>
          </a:p>
        </p:txBody>
      </p:sp>
      <p:sp>
        <p:nvSpPr>
          <p:cNvPr id="15" name="Text 13"/>
          <p:cNvSpPr/>
          <p:nvPr/>
        </p:nvSpPr>
        <p:spPr>
          <a:xfrm>
            <a:off x="9791700" y="4067473"/>
            <a:ext cx="7102983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nb-NO" sz="4200" kern="0" spc="-42" noProof="0">
                <a:solidFill>
                  <a:srgbClr val="FAFAFA"/>
                </a:solidFill>
                <a:latin typeface="Fraunces 72pt" pitchFamily="2" charset="0"/>
                <a:ea typeface="Fraunces" pitchFamily="34" charset="-122"/>
                <a:cs typeface="Fraunces" pitchFamily="34" charset="-120"/>
              </a:rPr>
              <a:t>Rutiner, rammer og verktøy</a:t>
            </a:r>
            <a:endParaRPr lang="nb-NO" sz="4200" noProof="0">
              <a:latin typeface="Fraunces 72pt" pitchFamily="2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781358" y="4894213"/>
            <a:ext cx="7118713" cy="2491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40000"/>
              </a:lnSpc>
            </a:pPr>
            <a:r>
              <a:rPr lang="nb-NO" sz="1800" noProof="0" dirty="0">
                <a:solidFill>
                  <a:srgbClr val="FAFAFA">
                    <a:alpha val="95000"/>
                  </a:srgbClr>
                </a:solidFill>
                <a:latin typeface="Inter"/>
                <a:ea typeface="Inter"/>
                <a:cs typeface="Inter" pitchFamily="34" charset="-120"/>
              </a:rPr>
              <a:t>· Kartlegge eksisterende rutiner </a:t>
            </a:r>
            <a:endParaRPr lang="nb-NO" dirty="0">
              <a:solidFill>
                <a:srgbClr val="000000"/>
              </a:solidFill>
              <a:latin typeface="Inter"/>
              <a:ea typeface="Inter"/>
              <a:cs typeface="Inter" pitchFamily="34" charset="-120"/>
            </a:endParaRPr>
          </a:p>
          <a:p>
            <a:pPr marL="0" indent="0" algn="l">
              <a:lnSpc>
                <a:spcPct val="140000"/>
              </a:lnSpc>
              <a:buNone/>
            </a:pPr>
            <a:r>
              <a:rPr lang="nb-NO" sz="1800" noProof="0" dirty="0">
                <a:solidFill>
                  <a:srgbClr val="FAFAFA">
                    <a:alpha val="95000"/>
                  </a:srgbClr>
                </a:solidFill>
                <a:latin typeface="Inter"/>
                <a:ea typeface="Inter" pitchFamily="34" charset="-122"/>
                <a:cs typeface="Inter" pitchFamily="34" charset="-120"/>
              </a:rPr>
              <a:t>· Utarbeide/revidere rutinebeskrivelser for hele deltakerløpet.</a:t>
            </a:r>
            <a:endParaRPr lang="nb-NO" sz="1800" noProof="0" dirty="0">
              <a:latin typeface="Inter"/>
            </a:endParaRPr>
          </a:p>
          <a:p>
            <a:pPr marL="0" indent="0" algn="l">
              <a:lnSpc>
                <a:spcPct val="140000"/>
              </a:lnSpc>
              <a:buNone/>
            </a:pPr>
            <a:r>
              <a:rPr lang="nb-NO" sz="1800" noProof="0">
                <a:solidFill>
                  <a:srgbClr val="FAFAFA">
                    <a:alpha val="9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Forbedre maler, sjekklister og kartleggingsverktøy.</a:t>
            </a:r>
            <a:endParaRPr lang="nb-NO" sz="1800" noProof="0"/>
          </a:p>
          <a:p>
            <a:pPr marL="0" indent="0" algn="l">
              <a:lnSpc>
                <a:spcPct val="140000"/>
              </a:lnSpc>
              <a:buNone/>
            </a:pPr>
            <a:r>
              <a:rPr lang="nb-NO" sz="1800" noProof="0" dirty="0">
                <a:solidFill>
                  <a:srgbClr val="FAFAFA">
                    <a:alpha val="9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Teste og iterere med teamet.</a:t>
            </a:r>
            <a:endParaRPr lang="nb-NO" sz="1800" noProof="0" dirty="0"/>
          </a:p>
          <a:p>
            <a:pPr marL="0" indent="0" algn="l">
              <a:lnSpc>
                <a:spcPct val="140000"/>
              </a:lnSpc>
              <a:buNone/>
            </a:pPr>
            <a:r>
              <a:rPr lang="nb-NO" sz="1800" noProof="0" dirty="0">
                <a:solidFill>
                  <a:srgbClr val="FAFAFA">
                    <a:alpha val="9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Dokumentere og implementere.</a:t>
            </a:r>
            <a:endParaRPr lang="nb-NO" sz="1800" noProof="0" dirty="0"/>
          </a:p>
        </p:txBody>
      </p:sp>
      <p:sp>
        <p:nvSpPr>
          <p:cNvPr id="17" name="Text 15"/>
          <p:cNvSpPr/>
          <p:nvPr/>
        </p:nvSpPr>
        <p:spPr>
          <a:xfrm>
            <a:off x="9791700" y="7854255"/>
            <a:ext cx="710298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nb-NO" sz="1800" i="1" kern="0" spc="-18" noProof="0" dirty="0">
                <a:solidFill>
                  <a:srgbClr val="FAFAFA">
                    <a:alpha val="85000"/>
                  </a:srgbClr>
                </a:solidFill>
                <a:latin typeface="Fraunces 72pt" pitchFamily="2" charset="0"/>
                <a:ea typeface="Fraunces" pitchFamily="34" charset="-122"/>
                <a:cs typeface="Fraunces" pitchFamily="34" charset="-120"/>
              </a:rPr>
              <a:t>Drives av Siri og Bjarte, testes av teamet.</a:t>
            </a:r>
            <a:endParaRPr lang="nb-NO" sz="1800" noProof="0" dirty="0">
              <a:latin typeface="Fraunces 72pt" pitchFamily="2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143000" y="8854380"/>
            <a:ext cx="16002000" cy="720030"/>
          </a:xfrm>
          <a:prstGeom prst="rect">
            <a:avLst/>
          </a:prstGeom>
          <a:solidFill>
            <a:srgbClr val="F1ECE3"/>
          </a:solidFill>
          <a:ln w="9525">
            <a:solidFill>
              <a:srgbClr val="D8D2C5"/>
            </a:solidFill>
            <a:prstDash val="solid"/>
          </a:ln>
        </p:spPr>
        <p:txBody>
          <a:bodyPr/>
          <a:lstStyle/>
          <a:p>
            <a:endParaRPr lang="nb-NO" noProof="0"/>
          </a:p>
        </p:txBody>
      </p:sp>
      <p:sp>
        <p:nvSpPr>
          <p:cNvPr id="19" name="Text 17"/>
          <p:cNvSpPr/>
          <p:nvPr/>
        </p:nvSpPr>
        <p:spPr>
          <a:xfrm>
            <a:off x="1457325" y="9054405"/>
            <a:ext cx="1585341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nb-NO" sz="1800" noProof="0">
                <a:solidFill>
                  <a:srgbClr val="231F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Spor A avdekker behov og skaper eierskap; Spor B svarer med konkrete løsninger som teamet tar i bruk.</a:t>
            </a:r>
            <a:endParaRPr lang="nb-NO" sz="1800" noProof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31F20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3" name="Text 1"/>
          <p:cNvSpPr/>
          <p:nvPr/>
        </p:nvSpPr>
        <p:spPr>
          <a:xfrm>
            <a:off x="1143000" y="1057275"/>
            <a:ext cx="172640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nb-NO" sz="1800" kern="0" spc="288" noProof="0" dirty="0">
                <a:solidFill>
                  <a:srgbClr val="FAFA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DIALOG</a:t>
            </a:r>
            <a:endParaRPr lang="nb-NO" sz="1800" noProof="0" dirty="0"/>
          </a:p>
        </p:txBody>
      </p:sp>
      <p:sp>
        <p:nvSpPr>
          <p:cNvPr id="4" name="Text 2"/>
          <p:cNvSpPr/>
          <p:nvPr/>
        </p:nvSpPr>
        <p:spPr>
          <a:xfrm>
            <a:off x="15928777" y="1047750"/>
            <a:ext cx="129242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nb-NO" sz="1800" kern="0" spc="288" noProof="0">
                <a:solidFill>
                  <a:srgbClr val="FAFAF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23 / 23</a:t>
            </a:r>
            <a:endParaRPr lang="nb-NO" sz="1800" noProof="0"/>
          </a:p>
        </p:txBody>
      </p:sp>
      <p:sp>
        <p:nvSpPr>
          <p:cNvPr id="6" name="Text 4"/>
          <p:cNvSpPr/>
          <p:nvPr/>
        </p:nvSpPr>
        <p:spPr>
          <a:xfrm>
            <a:off x="1143000" y="3684389"/>
            <a:ext cx="16482060" cy="1847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nb-NO" sz="15000" kern="0" spc="-375" noProof="0" dirty="0">
                <a:solidFill>
                  <a:srgbClr val="FAFAFA"/>
                </a:solidFill>
                <a:latin typeface="Fraunces 72pt" pitchFamily="2" charset="0"/>
                <a:ea typeface="Fraunces" pitchFamily="34" charset="-122"/>
                <a:cs typeface="Fraunces" pitchFamily="34" charset="-120"/>
              </a:rPr>
              <a:t>Hva tenker dere?</a:t>
            </a:r>
            <a:endParaRPr lang="nb-NO" sz="15000" noProof="0" dirty="0">
              <a:latin typeface="Fraunces 72pt" pitchFamily="2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143000" y="8100268"/>
            <a:ext cx="2269480" cy="19050"/>
          </a:xfrm>
          <a:prstGeom prst="rect">
            <a:avLst/>
          </a:prstGeom>
          <a:solidFill>
            <a:srgbClr val="9C7A3C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9" name="Text 7"/>
          <p:cNvSpPr/>
          <p:nvPr/>
        </p:nvSpPr>
        <p:spPr>
          <a:xfrm>
            <a:off x="1143000" y="8271718"/>
            <a:ext cx="234568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nb-NO" sz="1950" kern="0" spc="234" noProof="0">
                <a:solidFill>
                  <a:srgbClr val="D2BD9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0 1</a:t>
            </a:r>
            <a:endParaRPr lang="nb-NO" sz="1950" noProof="0"/>
          </a:p>
        </p:txBody>
      </p:sp>
      <p:sp>
        <p:nvSpPr>
          <p:cNvPr id="10" name="Text 8"/>
          <p:cNvSpPr/>
          <p:nvPr/>
        </p:nvSpPr>
        <p:spPr>
          <a:xfrm>
            <a:off x="1143000" y="8713589"/>
            <a:ext cx="234568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nb-NO" sz="1800" noProof="0">
                <a:solidFill>
                  <a:srgbClr val="F4EFE6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Hva er minst tydelig?</a:t>
            </a:r>
            <a:endParaRPr lang="nb-NO" sz="1800" noProof="0"/>
          </a:p>
        </p:txBody>
      </p:sp>
      <p:sp>
        <p:nvSpPr>
          <p:cNvPr id="11" name="Shape 9"/>
          <p:cNvSpPr/>
          <p:nvPr/>
        </p:nvSpPr>
        <p:spPr>
          <a:xfrm>
            <a:off x="3869680" y="8100268"/>
            <a:ext cx="3429000" cy="19050"/>
          </a:xfrm>
          <a:prstGeom prst="rect">
            <a:avLst/>
          </a:prstGeom>
          <a:solidFill>
            <a:srgbClr val="9C7A3C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12" name="Text 10"/>
          <p:cNvSpPr/>
          <p:nvPr/>
        </p:nvSpPr>
        <p:spPr>
          <a:xfrm>
            <a:off x="3869680" y="8271718"/>
            <a:ext cx="353187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nb-NO" sz="1950" kern="0" spc="234" noProof="0">
                <a:solidFill>
                  <a:srgbClr val="D2BD9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0 2</a:t>
            </a:r>
            <a:endParaRPr lang="nb-NO" sz="1950" noProof="0"/>
          </a:p>
        </p:txBody>
      </p:sp>
      <p:sp>
        <p:nvSpPr>
          <p:cNvPr id="13" name="Text 11"/>
          <p:cNvSpPr/>
          <p:nvPr/>
        </p:nvSpPr>
        <p:spPr>
          <a:xfrm>
            <a:off x="3869680" y="8672768"/>
            <a:ext cx="3206632" cy="6887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nb-NO" sz="1800" noProof="0">
                <a:solidFill>
                  <a:srgbClr val="F4EFE6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Hvor ser dere størst gap mellom praksis og krav?</a:t>
            </a:r>
            <a:endParaRPr lang="nb-NO" sz="1800" noProof="0"/>
          </a:p>
        </p:txBody>
      </p:sp>
      <p:sp>
        <p:nvSpPr>
          <p:cNvPr id="14" name="Shape 12"/>
          <p:cNvSpPr/>
          <p:nvPr/>
        </p:nvSpPr>
        <p:spPr>
          <a:xfrm>
            <a:off x="7755880" y="8100268"/>
            <a:ext cx="3429000" cy="19050"/>
          </a:xfrm>
          <a:prstGeom prst="rect">
            <a:avLst/>
          </a:prstGeom>
          <a:solidFill>
            <a:srgbClr val="9C7A3C"/>
          </a:solidFill>
          <a:ln/>
        </p:spPr>
        <p:txBody>
          <a:bodyPr/>
          <a:lstStyle/>
          <a:p>
            <a:endParaRPr lang="nb-NO" noProof="0"/>
          </a:p>
        </p:txBody>
      </p:sp>
      <p:sp>
        <p:nvSpPr>
          <p:cNvPr id="15" name="Text 13"/>
          <p:cNvSpPr/>
          <p:nvPr/>
        </p:nvSpPr>
        <p:spPr>
          <a:xfrm>
            <a:off x="7755880" y="8271718"/>
            <a:ext cx="3531870" cy="3847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nb-NO" sz="1950" kern="0" spc="234" noProof="0">
                <a:solidFill>
                  <a:srgbClr val="D2BD9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0 3</a:t>
            </a:r>
            <a:endParaRPr lang="nb-NO" sz="1950" noProof="0"/>
          </a:p>
        </p:txBody>
      </p:sp>
      <p:sp>
        <p:nvSpPr>
          <p:cNvPr id="16" name="Text 14"/>
          <p:cNvSpPr/>
          <p:nvPr/>
        </p:nvSpPr>
        <p:spPr>
          <a:xfrm>
            <a:off x="7755880" y="8713589"/>
            <a:ext cx="3121045" cy="6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nb-NO" sz="1800" noProof="0">
                <a:solidFill>
                  <a:srgbClr val="F4EFE6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Hvilke verktøy mangler dere mest?</a:t>
            </a:r>
            <a:endParaRPr lang="nb-NO" sz="1800" noProof="0"/>
          </a:p>
        </p:txBody>
      </p:sp>
      <p:sp>
        <p:nvSpPr>
          <p:cNvPr id="17" name="Text 15"/>
          <p:cNvSpPr/>
          <p:nvPr/>
        </p:nvSpPr>
        <p:spPr>
          <a:xfrm>
            <a:off x="12755761" y="9039225"/>
            <a:ext cx="452091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nb-NO">
                <a:solidFill>
                  <a:srgbClr val="FAFAFA">
                    <a:alpha val="50000"/>
                  </a:srgbClr>
                </a:solidFill>
                <a:latin typeface="JetBrains Mono" pitchFamily="34" charset="0"/>
                <a:ea typeface="JetBrains Mono"/>
                <a:cs typeface="JetBrains Mono" pitchFamily="34" charset="-120"/>
              </a:rPr>
              <a:t>SPS</a:t>
            </a:r>
            <a:r>
              <a:rPr lang="nb-NO" sz="1800" noProof="0">
                <a:solidFill>
                  <a:srgbClr val="FAFAFA">
                    <a:alpha val="50000"/>
                  </a:srgbClr>
                </a:solidFill>
                <a:latin typeface="JetBrains Mono"/>
                <a:ea typeface="JetBrains Mono" pitchFamily="34" charset="-122"/>
                <a:cs typeface="JetBrains Mono" pitchFamily="34" charset="-120"/>
              </a:rPr>
              <a:t> · AFT · 2026</a:t>
            </a:r>
            <a:endParaRPr lang="nb-NO" sz="1800" noProof="0">
              <a:latin typeface="JetBrains Mono"/>
              <a:ea typeface="JetBrains Mon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734980bf-6c4f-49ec-b271-e13a58fe1ae9}" enabled="0" method="" siteId="{734980bf-6c4f-49ec-b271-e13a58fe1ae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2282</Words>
  <Application>Microsoft Office PowerPoint</Application>
  <PresentationFormat>Egendefinert</PresentationFormat>
  <Paragraphs>449</Paragraphs>
  <Slides>25</Slides>
  <Notes>25</Notes>
  <HiddenSlides>1</HiddenSlides>
  <MMClips>0</MMClips>
  <ScaleCrop>false</ScaleCrop>
  <HeadingPairs>
    <vt:vector size="6" baseType="variant">
      <vt:variant>
        <vt:lpstr>Brukte skrifter</vt:lpstr>
      </vt:variant>
      <vt:variant>
        <vt:i4>6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25</vt:i4>
      </vt:variant>
    </vt:vector>
  </HeadingPairs>
  <TitlesOfParts>
    <vt:vector size="32" baseType="lpstr">
      <vt:lpstr>Arial</vt:lpstr>
      <vt:lpstr>Calibri</vt:lpstr>
      <vt:lpstr>Fraunces</vt:lpstr>
      <vt:lpstr>Fraunces 72pt</vt:lpstr>
      <vt:lpstr>Inter</vt:lpstr>
      <vt:lpstr>JetBrains Mono</vt:lpstr>
      <vt:lpstr>Office Theme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  <vt:lpstr>PowerPoint-presentasjon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Bjarte Lode</cp:lastModifiedBy>
  <cp:revision>1</cp:revision>
  <dcterms:created xsi:type="dcterms:W3CDTF">2026-04-29T17:20:05Z</dcterms:created>
  <dcterms:modified xsi:type="dcterms:W3CDTF">2026-05-08T10:59:48Z</dcterms:modified>
</cp:coreProperties>
</file>